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7"/>
  </p:notesMasterIdLst>
  <p:handoutMasterIdLst>
    <p:handoutMasterId r:id="rId38"/>
  </p:handoutMasterIdLst>
  <p:sldIdLst>
    <p:sldId id="317" r:id="rId5"/>
    <p:sldId id="309" r:id="rId6"/>
    <p:sldId id="318" r:id="rId7"/>
    <p:sldId id="310" r:id="rId8"/>
    <p:sldId id="311" r:id="rId9"/>
    <p:sldId id="319" r:id="rId10"/>
    <p:sldId id="320" r:id="rId11"/>
    <p:sldId id="321" r:id="rId12"/>
    <p:sldId id="322" r:id="rId13"/>
    <p:sldId id="323" r:id="rId14"/>
    <p:sldId id="324" r:id="rId15"/>
    <p:sldId id="325" r:id="rId16"/>
    <p:sldId id="326" r:id="rId17"/>
    <p:sldId id="327" r:id="rId18"/>
    <p:sldId id="328" r:id="rId19"/>
    <p:sldId id="330" r:id="rId20"/>
    <p:sldId id="331" r:id="rId21"/>
    <p:sldId id="332" r:id="rId22"/>
    <p:sldId id="333" r:id="rId23"/>
    <p:sldId id="345" r:id="rId24"/>
    <p:sldId id="343" r:id="rId25"/>
    <p:sldId id="334" r:id="rId26"/>
    <p:sldId id="338" r:id="rId27"/>
    <p:sldId id="344" r:id="rId28"/>
    <p:sldId id="335" r:id="rId29"/>
    <p:sldId id="336" r:id="rId30"/>
    <p:sldId id="337" r:id="rId31"/>
    <p:sldId id="339" r:id="rId32"/>
    <p:sldId id="340" r:id="rId33"/>
    <p:sldId id="341" r:id="rId34"/>
    <p:sldId id="342" r:id="rId35"/>
    <p:sldId id="30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294985-2D7C-4623-80BA-44501EAF4652}" v="144" dt="2025-11-19T02:50:05.578"/>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varScale="1">
        <p:scale>
          <a:sx n="59" d="100"/>
          <a:sy n="59" d="100"/>
        </p:scale>
        <p:origin x="964" y="5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 cloud" userId="f84defdc4d042b75" providerId="LiveId" clId="{AF294985-2D7C-4623-80BA-44501EAF4652}"/>
    <pc:docChg chg="undo redo custSel addSld delSld modSld">
      <pc:chgData name="one cloud" userId="f84defdc4d042b75" providerId="LiveId" clId="{AF294985-2D7C-4623-80BA-44501EAF4652}" dt="2025-11-19T02:53:23.082" v="1220" actId="1076"/>
      <pc:docMkLst>
        <pc:docMk/>
      </pc:docMkLst>
      <pc:sldChg chg="del">
        <pc:chgData name="one cloud" userId="f84defdc4d042b75" providerId="LiveId" clId="{AF294985-2D7C-4623-80BA-44501EAF4652}" dt="2025-11-18T17:40:15.807" v="3" actId="47"/>
        <pc:sldMkLst>
          <pc:docMk/>
          <pc:sldMk cId="1096717490" sldId="263"/>
        </pc:sldMkLst>
      </pc:sldChg>
      <pc:sldChg chg="addSp delSp modSp mod">
        <pc:chgData name="one cloud" userId="f84defdc4d042b75" providerId="LiveId" clId="{AF294985-2D7C-4623-80BA-44501EAF4652}" dt="2025-11-19T02:41:46.045" v="998" actId="20577"/>
        <pc:sldMkLst>
          <pc:docMk/>
          <pc:sldMk cId="2188828507" sldId="304"/>
        </pc:sldMkLst>
        <pc:spChg chg="add del mod">
          <ac:chgData name="one cloud" userId="f84defdc4d042b75" providerId="LiveId" clId="{AF294985-2D7C-4623-80BA-44501EAF4652}" dt="2025-11-18T23:52:17.137" v="714" actId="478"/>
          <ac:spMkLst>
            <pc:docMk/>
            <pc:sldMk cId="2188828507" sldId="304"/>
            <ac:spMk id="3" creationId="{51452E4F-729A-5F70-0D8B-47E3FE8F9B54}"/>
          </ac:spMkLst>
        </pc:spChg>
        <pc:spChg chg="mod">
          <ac:chgData name="one cloud" userId="f84defdc4d042b75" providerId="LiveId" clId="{AF294985-2D7C-4623-80BA-44501EAF4652}" dt="2025-11-19T02:41:46.045" v="998" actId="20577"/>
          <ac:spMkLst>
            <pc:docMk/>
            <pc:sldMk cId="2188828507" sldId="304"/>
            <ac:spMk id="6" creationId="{D5DC0028-4150-0F89-E59C-F563C67F6CFD}"/>
          </ac:spMkLst>
        </pc:spChg>
        <pc:spChg chg="del">
          <ac:chgData name="one cloud" userId="f84defdc4d042b75" providerId="LiveId" clId="{AF294985-2D7C-4623-80BA-44501EAF4652}" dt="2025-11-18T23:52:15.676" v="713" actId="478"/>
          <ac:spMkLst>
            <pc:docMk/>
            <pc:sldMk cId="2188828507" sldId="304"/>
            <ac:spMk id="11" creationId="{C6DCC38C-603B-CCD0-2914-0BBCD4F4F74E}"/>
          </ac:spMkLst>
        </pc:spChg>
      </pc:sldChg>
      <pc:sldChg chg="modSp mod">
        <pc:chgData name="one cloud" userId="f84defdc4d042b75" providerId="LiveId" clId="{AF294985-2D7C-4623-80BA-44501EAF4652}" dt="2025-11-18T17:39:28.739" v="0" actId="1076"/>
        <pc:sldMkLst>
          <pc:docMk/>
          <pc:sldMk cId="1966913227" sldId="309"/>
        </pc:sldMkLst>
        <pc:spChg chg="mod">
          <ac:chgData name="one cloud" userId="f84defdc4d042b75" providerId="LiveId" clId="{AF294985-2D7C-4623-80BA-44501EAF4652}" dt="2025-11-18T17:39:28.739" v="0" actId="1076"/>
          <ac:spMkLst>
            <pc:docMk/>
            <pc:sldMk cId="1966913227" sldId="309"/>
            <ac:spMk id="8" creationId="{BCFDA37B-399A-B9F0-7A7D-2A891EB7FFA6}"/>
          </ac:spMkLst>
        </pc:spChg>
      </pc:sldChg>
      <pc:sldChg chg="modSp mod">
        <pc:chgData name="one cloud" userId="f84defdc4d042b75" providerId="LiveId" clId="{AF294985-2D7C-4623-80BA-44501EAF4652}" dt="2025-11-18T17:41:59.876" v="22" actId="20577"/>
        <pc:sldMkLst>
          <pc:docMk/>
          <pc:sldMk cId="4230106960" sldId="310"/>
        </pc:sldMkLst>
        <pc:spChg chg="mod">
          <ac:chgData name="one cloud" userId="f84defdc4d042b75" providerId="LiveId" clId="{AF294985-2D7C-4623-80BA-44501EAF4652}" dt="2025-11-18T17:40:11.949" v="2"/>
          <ac:spMkLst>
            <pc:docMk/>
            <pc:sldMk cId="4230106960" sldId="310"/>
            <ac:spMk id="11" creationId="{949404F1-8E94-7D3D-71E2-A1A4B7CBCB4A}"/>
          </ac:spMkLst>
        </pc:spChg>
        <pc:spChg chg="mod">
          <ac:chgData name="one cloud" userId="f84defdc4d042b75" providerId="LiveId" clId="{AF294985-2D7C-4623-80BA-44501EAF4652}" dt="2025-11-18T17:41:59.876" v="22" actId="20577"/>
          <ac:spMkLst>
            <pc:docMk/>
            <pc:sldMk cId="4230106960" sldId="310"/>
            <ac:spMk id="14" creationId="{F4A3718F-D67C-255A-4B64-BA379609FCD0}"/>
          </ac:spMkLst>
        </pc:spChg>
        <pc:spChg chg="mod">
          <ac:chgData name="one cloud" userId="f84defdc4d042b75" providerId="LiveId" clId="{AF294985-2D7C-4623-80BA-44501EAF4652}" dt="2025-11-18T17:41:49.624" v="21" actId="20577"/>
          <ac:spMkLst>
            <pc:docMk/>
            <pc:sldMk cId="4230106960" sldId="310"/>
            <ac:spMk id="17" creationId="{2F3CEF66-C6D7-C765-24E7-1DCFB38FE51A}"/>
          </ac:spMkLst>
        </pc:spChg>
      </pc:sldChg>
      <pc:sldChg chg="addSp delSp modSp mod">
        <pc:chgData name="one cloud" userId="f84defdc4d042b75" providerId="LiveId" clId="{AF294985-2D7C-4623-80BA-44501EAF4652}" dt="2025-11-18T19:18:23.796" v="41" actId="255"/>
        <pc:sldMkLst>
          <pc:docMk/>
          <pc:sldMk cId="3748348926" sldId="311"/>
        </pc:sldMkLst>
        <pc:spChg chg="add del mod">
          <ac:chgData name="one cloud" userId="f84defdc4d042b75" providerId="LiveId" clId="{AF294985-2D7C-4623-80BA-44501EAF4652}" dt="2025-11-18T19:16:57.725" v="26" actId="478"/>
          <ac:spMkLst>
            <pc:docMk/>
            <pc:sldMk cId="3748348926" sldId="311"/>
            <ac:spMk id="3" creationId="{00EC7A06-F67F-03CD-A905-BF5BF552CE64}"/>
          </ac:spMkLst>
        </pc:spChg>
        <pc:spChg chg="add del mod">
          <ac:chgData name="one cloud" userId="f84defdc4d042b75" providerId="LiveId" clId="{AF294985-2D7C-4623-80BA-44501EAF4652}" dt="2025-11-18T19:17:01.336" v="28" actId="478"/>
          <ac:spMkLst>
            <pc:docMk/>
            <pc:sldMk cId="3748348926" sldId="311"/>
            <ac:spMk id="6" creationId="{1A76D037-A2FA-2507-1988-9C5110E22AD4}"/>
          </ac:spMkLst>
        </pc:spChg>
        <pc:spChg chg="add mod">
          <ac:chgData name="one cloud" userId="f84defdc4d042b75" providerId="LiveId" clId="{AF294985-2D7C-4623-80BA-44501EAF4652}" dt="2025-11-18T19:18:23.796" v="41" actId="255"/>
          <ac:spMkLst>
            <pc:docMk/>
            <pc:sldMk cId="3748348926" sldId="311"/>
            <ac:spMk id="8" creationId="{8B635EF3-351D-DE20-6B16-D786222DFC44}"/>
          </ac:spMkLst>
        </pc:spChg>
        <pc:spChg chg="mod">
          <ac:chgData name="one cloud" userId="f84defdc4d042b75" providerId="LiveId" clId="{AF294985-2D7C-4623-80BA-44501EAF4652}" dt="2025-11-18T19:17:40.554" v="29"/>
          <ac:spMkLst>
            <pc:docMk/>
            <pc:sldMk cId="3748348926" sldId="311"/>
            <ac:spMk id="11" creationId="{7A49C0DA-C8AE-5ECC-149A-D60ECFF8C1EB}"/>
          </ac:spMkLst>
        </pc:spChg>
        <pc:spChg chg="del">
          <ac:chgData name="one cloud" userId="f84defdc4d042b75" providerId="LiveId" clId="{AF294985-2D7C-4623-80BA-44501EAF4652}" dt="2025-11-18T19:16:55.248" v="25" actId="478"/>
          <ac:spMkLst>
            <pc:docMk/>
            <pc:sldMk cId="3748348926" sldId="311"/>
            <ac:spMk id="12" creationId="{C6F2BA06-39BD-0413-D150-70F75EA6CC38}"/>
          </ac:spMkLst>
        </pc:spChg>
        <pc:spChg chg="del">
          <ac:chgData name="one cloud" userId="f84defdc4d042b75" providerId="LiveId" clId="{AF294985-2D7C-4623-80BA-44501EAF4652}" dt="2025-11-18T19:17:00.194" v="27" actId="478"/>
          <ac:spMkLst>
            <pc:docMk/>
            <pc:sldMk cId="3748348926" sldId="311"/>
            <ac:spMk id="25" creationId="{7798761A-B671-4825-623F-F4726F2BDF28}"/>
          </ac:spMkLst>
        </pc:spChg>
      </pc:sldChg>
      <pc:sldChg chg="del">
        <pc:chgData name="one cloud" userId="f84defdc4d042b75" providerId="LiveId" clId="{AF294985-2D7C-4623-80BA-44501EAF4652}" dt="2025-11-18T21:15:44.070" v="492" actId="47"/>
        <pc:sldMkLst>
          <pc:docMk/>
          <pc:sldMk cId="859909800" sldId="312"/>
        </pc:sldMkLst>
      </pc:sldChg>
      <pc:sldChg chg="del">
        <pc:chgData name="one cloud" userId="f84defdc4d042b75" providerId="LiveId" clId="{AF294985-2D7C-4623-80BA-44501EAF4652}" dt="2025-11-18T21:15:49.853" v="493" actId="47"/>
        <pc:sldMkLst>
          <pc:docMk/>
          <pc:sldMk cId="4132147533" sldId="314"/>
        </pc:sldMkLst>
      </pc:sldChg>
      <pc:sldChg chg="del">
        <pc:chgData name="one cloud" userId="f84defdc4d042b75" providerId="LiveId" clId="{AF294985-2D7C-4623-80BA-44501EAF4652}" dt="2025-11-18T21:15:49.853" v="493" actId="47"/>
        <pc:sldMkLst>
          <pc:docMk/>
          <pc:sldMk cId="3064996118" sldId="315"/>
        </pc:sldMkLst>
      </pc:sldChg>
      <pc:sldChg chg="del">
        <pc:chgData name="one cloud" userId="f84defdc4d042b75" providerId="LiveId" clId="{AF294985-2D7C-4623-80BA-44501EAF4652}" dt="2025-11-18T21:15:49.853" v="493" actId="47"/>
        <pc:sldMkLst>
          <pc:docMk/>
          <pc:sldMk cId="537809529" sldId="316"/>
        </pc:sldMkLst>
      </pc:sldChg>
      <pc:sldChg chg="modSp mod">
        <pc:chgData name="one cloud" userId="f84defdc4d042b75" providerId="LiveId" clId="{AF294985-2D7C-4623-80BA-44501EAF4652}" dt="2025-11-18T17:39:37.186" v="1" actId="2711"/>
        <pc:sldMkLst>
          <pc:docMk/>
          <pc:sldMk cId="3834730203" sldId="318"/>
        </pc:sldMkLst>
        <pc:spChg chg="mod">
          <ac:chgData name="one cloud" userId="f84defdc4d042b75" providerId="LiveId" clId="{AF294985-2D7C-4623-80BA-44501EAF4652}" dt="2025-11-18T17:39:37.186" v="1" actId="2711"/>
          <ac:spMkLst>
            <pc:docMk/>
            <pc:sldMk cId="3834730203" sldId="318"/>
            <ac:spMk id="8" creationId="{D40129DE-8B50-3E32-4EEE-154139DE06E4}"/>
          </ac:spMkLst>
        </pc:spChg>
      </pc:sldChg>
      <pc:sldChg chg="addSp delSp modSp add mod">
        <pc:chgData name="one cloud" userId="f84defdc4d042b75" providerId="LiveId" clId="{AF294985-2D7C-4623-80BA-44501EAF4652}" dt="2025-11-18T19:21:48.731" v="64" actId="14100"/>
        <pc:sldMkLst>
          <pc:docMk/>
          <pc:sldMk cId="2697452229" sldId="319"/>
        </pc:sldMkLst>
        <pc:spChg chg="mod">
          <ac:chgData name="one cloud" userId="f84defdc4d042b75" providerId="LiveId" clId="{AF294985-2D7C-4623-80BA-44501EAF4652}" dt="2025-11-18T19:19:04.934" v="46" actId="14100"/>
          <ac:spMkLst>
            <pc:docMk/>
            <pc:sldMk cId="2697452229" sldId="319"/>
            <ac:spMk id="11" creationId="{F01D9870-AE39-FA85-BE3B-61A5F89897FA}"/>
          </ac:spMkLst>
        </pc:spChg>
        <pc:picChg chg="add del mod">
          <ac:chgData name="one cloud" userId="f84defdc4d042b75" providerId="LiveId" clId="{AF294985-2D7C-4623-80BA-44501EAF4652}" dt="2025-11-18T19:21:43.387" v="61" actId="478"/>
          <ac:picMkLst>
            <pc:docMk/>
            <pc:sldMk cId="2697452229" sldId="319"/>
            <ac:picMk id="2" creationId="{FC1165B2-4231-5087-097E-B4910750C1AE}"/>
          </ac:picMkLst>
        </pc:picChg>
        <pc:picChg chg="add mod">
          <ac:chgData name="one cloud" userId="f84defdc4d042b75" providerId="LiveId" clId="{AF294985-2D7C-4623-80BA-44501EAF4652}" dt="2025-11-18T19:21:48.731" v="64" actId="14100"/>
          <ac:picMkLst>
            <pc:docMk/>
            <pc:sldMk cId="2697452229" sldId="319"/>
            <ac:picMk id="3" creationId="{D9363A1A-4E50-7BEF-7048-08D93D1A32B4}"/>
          </ac:picMkLst>
        </pc:picChg>
      </pc:sldChg>
      <pc:sldChg chg="addSp delSp modSp add mod">
        <pc:chgData name="one cloud" userId="f84defdc4d042b75" providerId="LiveId" clId="{AF294985-2D7C-4623-80BA-44501EAF4652}" dt="2025-11-18T19:21:34.152" v="60" actId="14100"/>
        <pc:sldMkLst>
          <pc:docMk/>
          <pc:sldMk cId="1613741669" sldId="320"/>
        </pc:sldMkLst>
        <pc:spChg chg="mod">
          <ac:chgData name="one cloud" userId="f84defdc4d042b75" providerId="LiveId" clId="{AF294985-2D7C-4623-80BA-44501EAF4652}" dt="2025-11-18T19:20:18.107" v="53"/>
          <ac:spMkLst>
            <pc:docMk/>
            <pc:sldMk cId="1613741669" sldId="320"/>
            <ac:spMk id="11" creationId="{AD833FBC-213A-3F4D-D2D7-CBEA78B779DE}"/>
          </ac:spMkLst>
        </pc:spChg>
        <pc:picChg chg="add del mod">
          <ac:chgData name="one cloud" userId="f84defdc4d042b75" providerId="LiveId" clId="{AF294985-2D7C-4623-80BA-44501EAF4652}" dt="2025-11-18T19:21:18.938" v="56" actId="478"/>
          <ac:picMkLst>
            <pc:docMk/>
            <pc:sldMk cId="1613741669" sldId="320"/>
            <ac:picMk id="2" creationId="{B255710C-3F53-7876-6A19-DDD48638E945}"/>
          </ac:picMkLst>
        </pc:picChg>
        <pc:picChg chg="add mod">
          <ac:chgData name="one cloud" userId="f84defdc4d042b75" providerId="LiveId" clId="{AF294985-2D7C-4623-80BA-44501EAF4652}" dt="2025-11-18T19:21:34.152" v="60" actId="14100"/>
          <ac:picMkLst>
            <pc:docMk/>
            <pc:sldMk cId="1613741669" sldId="320"/>
            <ac:picMk id="3" creationId="{6A044529-84CC-A340-593F-2FFAF9C21538}"/>
          </ac:picMkLst>
        </pc:picChg>
      </pc:sldChg>
      <pc:sldChg chg="addSp modSp add mod">
        <pc:chgData name="one cloud" userId="f84defdc4d042b75" providerId="LiveId" clId="{AF294985-2D7C-4623-80BA-44501EAF4652}" dt="2025-11-18T19:25:16.864" v="103" actId="1076"/>
        <pc:sldMkLst>
          <pc:docMk/>
          <pc:sldMk cId="897882618" sldId="321"/>
        </pc:sldMkLst>
        <pc:spChg chg="mod">
          <ac:chgData name="one cloud" userId="f84defdc4d042b75" providerId="LiveId" clId="{AF294985-2D7C-4623-80BA-44501EAF4652}" dt="2025-11-18T19:20:36.892" v="55" actId="14100"/>
          <ac:spMkLst>
            <pc:docMk/>
            <pc:sldMk cId="897882618" sldId="321"/>
            <ac:spMk id="11" creationId="{5D4D53CF-19C2-9610-A355-D3EFB93901EF}"/>
          </ac:spMkLst>
        </pc:spChg>
        <pc:picChg chg="add mod">
          <ac:chgData name="one cloud" userId="f84defdc4d042b75" providerId="LiveId" clId="{AF294985-2D7C-4623-80BA-44501EAF4652}" dt="2025-11-18T19:25:16.864" v="103" actId="1076"/>
          <ac:picMkLst>
            <pc:docMk/>
            <pc:sldMk cId="897882618" sldId="321"/>
            <ac:picMk id="3" creationId="{519FF654-4DEB-79CD-BE75-FD90DA506501}"/>
          </ac:picMkLst>
        </pc:picChg>
        <pc:picChg chg="add mod">
          <ac:chgData name="one cloud" userId="f84defdc4d042b75" providerId="LiveId" clId="{AF294985-2D7C-4623-80BA-44501EAF4652}" dt="2025-11-18T19:24:59.352" v="97" actId="1076"/>
          <ac:picMkLst>
            <pc:docMk/>
            <pc:sldMk cId="897882618" sldId="321"/>
            <ac:picMk id="6" creationId="{0C1F80E7-205C-1D8F-9C31-34164F747450}"/>
          </ac:picMkLst>
        </pc:picChg>
        <pc:picChg chg="add mod">
          <ac:chgData name="one cloud" userId="f84defdc4d042b75" providerId="LiveId" clId="{AF294985-2D7C-4623-80BA-44501EAF4652}" dt="2025-11-18T19:25:13.943" v="102" actId="1076"/>
          <ac:picMkLst>
            <pc:docMk/>
            <pc:sldMk cId="897882618" sldId="321"/>
            <ac:picMk id="8" creationId="{F50C9546-1B1C-B04D-EAEC-4F6B815FBDC4}"/>
          </ac:picMkLst>
        </pc:picChg>
        <pc:picChg chg="add mod">
          <ac:chgData name="one cloud" userId="f84defdc4d042b75" providerId="LiveId" clId="{AF294985-2D7C-4623-80BA-44501EAF4652}" dt="2025-11-18T19:24:50.469" v="95" actId="14100"/>
          <ac:picMkLst>
            <pc:docMk/>
            <pc:sldMk cId="897882618" sldId="321"/>
            <ac:picMk id="10" creationId="{359CEDA6-F7DE-1BE3-BF4A-2239AD0C49F4}"/>
          </ac:picMkLst>
        </pc:picChg>
        <pc:picChg chg="add mod">
          <ac:chgData name="one cloud" userId="f84defdc4d042b75" providerId="LiveId" clId="{AF294985-2D7C-4623-80BA-44501EAF4652}" dt="2025-11-18T19:25:08.030" v="100" actId="1076"/>
          <ac:picMkLst>
            <pc:docMk/>
            <pc:sldMk cId="897882618" sldId="321"/>
            <ac:picMk id="13" creationId="{2B31479A-D5D7-D73A-6320-B900BF98727A}"/>
          </ac:picMkLst>
        </pc:picChg>
      </pc:sldChg>
      <pc:sldChg chg="addSp delSp modSp add mod">
        <pc:chgData name="one cloud" userId="f84defdc4d042b75" providerId="LiveId" clId="{AF294985-2D7C-4623-80BA-44501EAF4652}" dt="2025-11-18T19:59:46.407" v="222" actId="14100"/>
        <pc:sldMkLst>
          <pc:docMk/>
          <pc:sldMk cId="3816271841" sldId="322"/>
        </pc:sldMkLst>
        <pc:spChg chg="mod">
          <ac:chgData name="one cloud" userId="f84defdc4d042b75" providerId="LiveId" clId="{AF294985-2D7C-4623-80BA-44501EAF4652}" dt="2025-11-18T19:26:07.886" v="114"/>
          <ac:spMkLst>
            <pc:docMk/>
            <pc:sldMk cId="3816271841" sldId="322"/>
            <ac:spMk id="11" creationId="{7429C983-578F-0EA1-0B4C-7DFB161A0256}"/>
          </ac:spMkLst>
        </pc:spChg>
        <pc:picChg chg="add mod">
          <ac:chgData name="one cloud" userId="f84defdc4d042b75" providerId="LiveId" clId="{AF294985-2D7C-4623-80BA-44501EAF4652}" dt="2025-11-18T19:59:46.407" v="222" actId="14100"/>
          <ac:picMkLst>
            <pc:docMk/>
            <pc:sldMk cId="3816271841" sldId="322"/>
            <ac:picMk id="2" creationId="{A115F5F2-81E9-D451-1A78-4129DB8D7330}"/>
          </ac:picMkLst>
        </pc:picChg>
        <pc:picChg chg="add del mod">
          <ac:chgData name="one cloud" userId="f84defdc4d042b75" providerId="LiveId" clId="{AF294985-2D7C-4623-80BA-44501EAF4652}" dt="2025-11-18T19:50:05.879" v="137" actId="21"/>
          <ac:picMkLst>
            <pc:docMk/>
            <pc:sldMk cId="3816271841" sldId="322"/>
            <ac:picMk id="3" creationId="{3E537D4D-E0D0-AD1F-CFAD-2F8B059381D0}"/>
          </ac:picMkLst>
        </pc:picChg>
        <pc:picChg chg="add mod">
          <ac:chgData name="one cloud" userId="f84defdc4d042b75" providerId="LiveId" clId="{AF294985-2D7C-4623-80BA-44501EAF4652}" dt="2025-11-18T19:52:51.819" v="161" actId="1076"/>
          <ac:picMkLst>
            <pc:docMk/>
            <pc:sldMk cId="3816271841" sldId="322"/>
            <ac:picMk id="4" creationId="{CD5132F6-5FBC-0F49-16AA-4E9938D9147F}"/>
          </ac:picMkLst>
        </pc:picChg>
        <pc:picChg chg="add del mod">
          <ac:chgData name="one cloud" userId="f84defdc4d042b75" providerId="LiveId" clId="{AF294985-2D7C-4623-80BA-44501EAF4652}" dt="2025-11-18T19:51:06.057" v="142" actId="21"/>
          <ac:picMkLst>
            <pc:docMk/>
            <pc:sldMk cId="3816271841" sldId="322"/>
            <ac:picMk id="6" creationId="{3E537D4D-E0D0-AD1F-CFAD-2F8B059381D0}"/>
          </ac:picMkLst>
        </pc:picChg>
      </pc:sldChg>
      <pc:sldChg chg="add del">
        <pc:chgData name="one cloud" userId="f84defdc4d042b75" providerId="LiveId" clId="{AF294985-2D7C-4623-80BA-44501EAF4652}" dt="2025-11-18T19:25:46.787" v="105" actId="47"/>
        <pc:sldMkLst>
          <pc:docMk/>
          <pc:sldMk cId="2522036249" sldId="323"/>
        </pc:sldMkLst>
      </pc:sldChg>
      <pc:sldChg chg="addSp modSp add mod">
        <pc:chgData name="one cloud" userId="f84defdc4d042b75" providerId="LiveId" clId="{AF294985-2D7C-4623-80BA-44501EAF4652}" dt="2025-11-18T19:53:11.716" v="164"/>
        <pc:sldMkLst>
          <pc:docMk/>
          <pc:sldMk cId="4186992347" sldId="323"/>
        </pc:sldMkLst>
        <pc:spChg chg="mod">
          <ac:chgData name="one cloud" userId="f84defdc4d042b75" providerId="LiveId" clId="{AF294985-2D7C-4623-80BA-44501EAF4652}" dt="2025-11-18T19:53:11.716" v="164"/>
          <ac:spMkLst>
            <pc:docMk/>
            <pc:sldMk cId="4186992347" sldId="323"/>
            <ac:spMk id="11" creationId="{BFADB58F-3592-196F-1A5B-0882F43F6071}"/>
          </ac:spMkLst>
        </pc:spChg>
        <pc:picChg chg="add mod">
          <ac:chgData name="one cloud" userId="f84defdc4d042b75" providerId="LiveId" clId="{AF294985-2D7C-4623-80BA-44501EAF4652}" dt="2025-11-18T19:52:55.184" v="162" actId="1076"/>
          <ac:picMkLst>
            <pc:docMk/>
            <pc:sldMk cId="4186992347" sldId="323"/>
            <ac:picMk id="2" creationId="{F4AFB649-ED75-ACFB-A6E9-4E74884C1832}"/>
          </ac:picMkLst>
        </pc:picChg>
        <pc:picChg chg="add mod">
          <ac:chgData name="one cloud" userId="f84defdc4d042b75" providerId="LiveId" clId="{AF294985-2D7C-4623-80BA-44501EAF4652}" dt="2025-11-18T19:53:01.584" v="163" actId="1076"/>
          <ac:picMkLst>
            <pc:docMk/>
            <pc:sldMk cId="4186992347" sldId="323"/>
            <ac:picMk id="6" creationId="{3E537D4D-E0D0-AD1F-CFAD-2F8B059381D0}"/>
          </ac:picMkLst>
        </pc:picChg>
      </pc:sldChg>
      <pc:sldChg chg="add del">
        <pc:chgData name="one cloud" userId="f84defdc4d042b75" providerId="LiveId" clId="{AF294985-2D7C-4623-80BA-44501EAF4652}" dt="2025-11-18T19:25:47.655" v="106" actId="47"/>
        <pc:sldMkLst>
          <pc:docMk/>
          <pc:sldMk cId="40953841" sldId="324"/>
        </pc:sldMkLst>
      </pc:sldChg>
      <pc:sldChg chg="addSp modSp add mod">
        <pc:chgData name="one cloud" userId="f84defdc4d042b75" providerId="LiveId" clId="{AF294985-2D7C-4623-80BA-44501EAF4652}" dt="2025-11-19T02:39:42.914" v="959" actId="20577"/>
        <pc:sldMkLst>
          <pc:docMk/>
          <pc:sldMk cId="4111395222" sldId="324"/>
        </pc:sldMkLst>
        <pc:spChg chg="add mod">
          <ac:chgData name="one cloud" userId="f84defdc4d042b75" providerId="LiveId" clId="{AF294985-2D7C-4623-80BA-44501EAF4652}" dt="2025-11-19T02:39:42.914" v="959" actId="20577"/>
          <ac:spMkLst>
            <pc:docMk/>
            <pc:sldMk cId="4111395222" sldId="324"/>
            <ac:spMk id="6" creationId="{96067557-0402-0D09-E39C-8682E7C6747A}"/>
          </ac:spMkLst>
        </pc:spChg>
        <pc:spChg chg="mod">
          <ac:chgData name="one cloud" userId="f84defdc4d042b75" providerId="LiveId" clId="{AF294985-2D7C-4623-80BA-44501EAF4652}" dt="2025-11-18T19:53:27.487" v="165"/>
          <ac:spMkLst>
            <pc:docMk/>
            <pc:sldMk cId="4111395222" sldId="324"/>
            <ac:spMk id="11" creationId="{FFAA808C-FE57-C760-28D9-D40D11DC3F13}"/>
          </ac:spMkLst>
        </pc:spChg>
        <pc:picChg chg="add mod">
          <ac:chgData name="one cloud" userId="f84defdc4d042b75" providerId="LiveId" clId="{AF294985-2D7C-4623-80BA-44501EAF4652}" dt="2025-11-18T19:59:12.821" v="218" actId="1076"/>
          <ac:picMkLst>
            <pc:docMk/>
            <pc:sldMk cId="4111395222" sldId="324"/>
            <ac:picMk id="2" creationId="{778314DC-782E-EF6F-E142-5A161B42210A}"/>
          </ac:picMkLst>
        </pc:picChg>
        <pc:picChg chg="add mod">
          <ac:chgData name="one cloud" userId="f84defdc4d042b75" providerId="LiveId" clId="{AF294985-2D7C-4623-80BA-44501EAF4652}" dt="2025-11-18T19:59:15.575" v="219" actId="1076"/>
          <ac:picMkLst>
            <pc:docMk/>
            <pc:sldMk cId="4111395222" sldId="324"/>
            <ac:picMk id="3" creationId="{A5B4A73A-27CD-A7F2-8A0E-A8D82F822D84}"/>
          </ac:picMkLst>
        </pc:picChg>
        <pc:picChg chg="add mod">
          <ac:chgData name="one cloud" userId="f84defdc4d042b75" providerId="LiveId" clId="{AF294985-2D7C-4623-80BA-44501EAF4652}" dt="2025-11-18T19:59:27.806" v="220" actId="1076"/>
          <ac:picMkLst>
            <pc:docMk/>
            <pc:sldMk cId="4111395222" sldId="324"/>
            <ac:picMk id="4" creationId="{A8DB43B5-9055-DCB5-7298-8151AC23343F}"/>
          </ac:picMkLst>
        </pc:picChg>
      </pc:sldChg>
      <pc:sldChg chg="add del">
        <pc:chgData name="one cloud" userId="f84defdc4d042b75" providerId="LiveId" clId="{AF294985-2D7C-4623-80BA-44501EAF4652}" dt="2025-11-18T19:25:48.630" v="107" actId="47"/>
        <pc:sldMkLst>
          <pc:docMk/>
          <pc:sldMk cId="1772068398" sldId="325"/>
        </pc:sldMkLst>
      </pc:sldChg>
      <pc:sldChg chg="addSp modSp add mod">
        <pc:chgData name="one cloud" userId="f84defdc4d042b75" providerId="LiveId" clId="{AF294985-2D7C-4623-80BA-44501EAF4652}" dt="2025-11-19T02:39:56.909" v="970" actId="20577"/>
        <pc:sldMkLst>
          <pc:docMk/>
          <pc:sldMk cId="3928508868" sldId="325"/>
        </pc:sldMkLst>
        <pc:spChg chg="add mod">
          <ac:chgData name="one cloud" userId="f84defdc4d042b75" providerId="LiveId" clId="{AF294985-2D7C-4623-80BA-44501EAF4652}" dt="2025-11-19T02:39:56.909" v="970" actId="20577"/>
          <ac:spMkLst>
            <pc:docMk/>
            <pc:sldMk cId="3928508868" sldId="325"/>
            <ac:spMk id="8" creationId="{7607A27D-78F1-0413-0660-4E47A3765240}"/>
          </ac:spMkLst>
        </pc:spChg>
        <pc:spChg chg="mod">
          <ac:chgData name="one cloud" userId="f84defdc4d042b75" providerId="LiveId" clId="{AF294985-2D7C-4623-80BA-44501EAF4652}" dt="2025-11-18T19:55:33.364" v="179"/>
          <ac:spMkLst>
            <pc:docMk/>
            <pc:sldMk cId="3928508868" sldId="325"/>
            <ac:spMk id="11" creationId="{B037F3BB-5F91-1747-55E7-571E11F55DE5}"/>
          </ac:spMkLst>
        </pc:spChg>
        <pc:picChg chg="add mod">
          <ac:chgData name="one cloud" userId="f84defdc4d042b75" providerId="LiveId" clId="{AF294985-2D7C-4623-80BA-44501EAF4652}" dt="2025-11-19T02:38:16.873" v="854" actId="1076"/>
          <ac:picMkLst>
            <pc:docMk/>
            <pc:sldMk cId="3928508868" sldId="325"/>
            <ac:picMk id="2" creationId="{10A7D6A7-BA01-EEDC-BCCA-29105FA8F8F9}"/>
          </ac:picMkLst>
        </pc:picChg>
        <pc:picChg chg="add mod">
          <ac:chgData name="one cloud" userId="f84defdc4d042b75" providerId="LiveId" clId="{AF294985-2D7C-4623-80BA-44501EAF4652}" dt="2025-11-19T02:38:00.659" v="850" actId="1076"/>
          <ac:picMkLst>
            <pc:docMk/>
            <pc:sldMk cId="3928508868" sldId="325"/>
            <ac:picMk id="3" creationId="{CB2C48BE-7386-BEF8-19BE-62479A7F358E}"/>
          </ac:picMkLst>
        </pc:picChg>
        <pc:picChg chg="add mod">
          <ac:chgData name="one cloud" userId="f84defdc4d042b75" providerId="LiveId" clId="{AF294985-2D7C-4623-80BA-44501EAF4652}" dt="2025-11-19T02:38:04.221" v="851" actId="1076"/>
          <ac:picMkLst>
            <pc:docMk/>
            <pc:sldMk cId="3928508868" sldId="325"/>
            <ac:picMk id="4" creationId="{C13C3AF5-642B-4713-D6FC-222FE6026072}"/>
          </ac:picMkLst>
        </pc:picChg>
        <pc:picChg chg="add mod">
          <ac:chgData name="one cloud" userId="f84defdc4d042b75" providerId="LiveId" clId="{AF294985-2D7C-4623-80BA-44501EAF4652}" dt="2025-11-19T02:38:07.367" v="852" actId="1076"/>
          <ac:picMkLst>
            <pc:docMk/>
            <pc:sldMk cId="3928508868" sldId="325"/>
            <ac:picMk id="6" creationId="{C2B257AE-CB57-14DB-1FAD-857F7F501E4A}"/>
          </ac:picMkLst>
        </pc:picChg>
        <pc:picChg chg="add mod">
          <ac:chgData name="one cloud" userId="f84defdc4d042b75" providerId="LiveId" clId="{AF294985-2D7C-4623-80BA-44501EAF4652}" dt="2025-11-19T02:38:13.495" v="853" actId="1076"/>
          <ac:picMkLst>
            <pc:docMk/>
            <pc:sldMk cId="3928508868" sldId="325"/>
            <ac:picMk id="7" creationId="{778BEEC7-563C-D447-A2DC-BDB388313D75}"/>
          </ac:picMkLst>
        </pc:picChg>
      </pc:sldChg>
      <pc:sldChg chg="addSp modSp add mod">
        <pc:chgData name="one cloud" userId="f84defdc4d042b75" providerId="LiveId" clId="{AF294985-2D7C-4623-80BA-44501EAF4652}" dt="2025-11-19T02:40:06.652" v="981" actId="20577"/>
        <pc:sldMkLst>
          <pc:docMk/>
          <pc:sldMk cId="4255847826" sldId="326"/>
        </pc:sldMkLst>
        <pc:spChg chg="add mod">
          <ac:chgData name="one cloud" userId="f84defdc4d042b75" providerId="LiveId" clId="{AF294985-2D7C-4623-80BA-44501EAF4652}" dt="2025-11-19T02:40:06.652" v="981" actId="20577"/>
          <ac:spMkLst>
            <pc:docMk/>
            <pc:sldMk cId="4255847826" sldId="326"/>
            <ac:spMk id="2" creationId="{EA967A90-492F-937D-D7C4-C26FD06C2C6B}"/>
          </ac:spMkLst>
        </pc:spChg>
        <pc:spChg chg="mod">
          <ac:chgData name="one cloud" userId="f84defdc4d042b75" providerId="LiveId" clId="{AF294985-2D7C-4623-80BA-44501EAF4652}" dt="2025-11-18T20:07:22.541" v="233"/>
          <ac:spMkLst>
            <pc:docMk/>
            <pc:sldMk cId="4255847826" sldId="326"/>
            <ac:spMk id="11" creationId="{1DC6E71F-57BD-1DA9-CA0A-229CCCA37774}"/>
          </ac:spMkLst>
        </pc:spChg>
        <pc:picChg chg="add mod">
          <ac:chgData name="one cloud" userId="f84defdc4d042b75" providerId="LiveId" clId="{AF294985-2D7C-4623-80BA-44501EAF4652}" dt="2025-11-18T20:03:38.638" v="228" actId="1076"/>
          <ac:picMkLst>
            <pc:docMk/>
            <pc:sldMk cId="4255847826" sldId="326"/>
            <ac:picMk id="3" creationId="{70035CCA-E194-FA41-84AB-A9E9CDAA5EA7}"/>
          </ac:picMkLst>
        </pc:picChg>
        <pc:picChg chg="add mod">
          <ac:chgData name="one cloud" userId="f84defdc4d042b75" providerId="LiveId" clId="{AF294985-2D7C-4623-80BA-44501EAF4652}" dt="2025-11-19T02:37:54.849" v="849" actId="1076"/>
          <ac:picMkLst>
            <pc:docMk/>
            <pc:sldMk cId="4255847826" sldId="326"/>
            <ac:picMk id="6" creationId="{5563AFAB-F2B5-C797-2298-D61F81557DE6}"/>
          </ac:picMkLst>
        </pc:picChg>
      </pc:sldChg>
      <pc:sldChg chg="addSp modSp add mod modClrScheme chgLayout">
        <pc:chgData name="one cloud" userId="f84defdc4d042b75" providerId="LiveId" clId="{AF294985-2D7C-4623-80BA-44501EAF4652}" dt="2025-11-18T21:14:18.142" v="448" actId="1076"/>
        <pc:sldMkLst>
          <pc:docMk/>
          <pc:sldMk cId="3124425746" sldId="327"/>
        </pc:sldMkLst>
        <pc:spChg chg="add mod ord">
          <ac:chgData name="one cloud" userId="f84defdc4d042b75" providerId="LiveId" clId="{AF294985-2D7C-4623-80BA-44501EAF4652}" dt="2025-11-18T21:14:18.142" v="448" actId="1076"/>
          <ac:spMkLst>
            <pc:docMk/>
            <pc:sldMk cId="3124425746" sldId="327"/>
            <ac:spMk id="3" creationId="{9471CD38-629B-68FC-B5E0-67318A0540CB}"/>
          </ac:spMkLst>
        </pc:spChg>
        <pc:spChg chg="mod">
          <ac:chgData name="one cloud" userId="f84defdc4d042b75" providerId="LiveId" clId="{AF294985-2D7C-4623-80BA-44501EAF4652}" dt="2025-11-18T20:08:19.704" v="235" actId="26606"/>
          <ac:spMkLst>
            <pc:docMk/>
            <pc:sldMk cId="3124425746" sldId="327"/>
            <ac:spMk id="5" creationId="{6F16532B-9CE9-1A84-3994-5168CA3736EE}"/>
          </ac:spMkLst>
        </pc:spChg>
        <pc:spChg chg="mod">
          <ac:chgData name="one cloud" userId="f84defdc4d042b75" providerId="LiveId" clId="{AF294985-2D7C-4623-80BA-44501EAF4652}" dt="2025-11-18T20:08:29.054" v="241" actId="27636"/>
          <ac:spMkLst>
            <pc:docMk/>
            <pc:sldMk cId="3124425746" sldId="327"/>
            <ac:spMk id="11" creationId="{8FD2A7B3-B490-06A1-1417-5EE6BD80EE85}"/>
          </ac:spMkLst>
        </pc:spChg>
        <pc:graphicFrameChg chg="add mod modGraphic">
          <ac:chgData name="one cloud" userId="f84defdc4d042b75" providerId="LiveId" clId="{AF294985-2D7C-4623-80BA-44501EAF4652}" dt="2025-11-18T21:07:16.843" v="393" actId="1076"/>
          <ac:graphicFrameMkLst>
            <pc:docMk/>
            <pc:sldMk cId="3124425746" sldId="327"/>
            <ac:graphicFrameMk id="2" creationId="{C43A7838-4A02-9180-A8A2-39F971B58020}"/>
          </ac:graphicFrameMkLst>
        </pc:graphicFrameChg>
      </pc:sldChg>
      <pc:sldChg chg="addSp delSp modSp add mod modClrScheme chgLayout">
        <pc:chgData name="one cloud" userId="f84defdc4d042b75" providerId="LiveId" clId="{AF294985-2D7C-4623-80BA-44501EAF4652}" dt="2025-11-18T21:14:11.825" v="447" actId="5793"/>
        <pc:sldMkLst>
          <pc:docMk/>
          <pc:sldMk cId="4226218184" sldId="328"/>
        </pc:sldMkLst>
        <pc:spChg chg="add mod ord">
          <ac:chgData name="one cloud" userId="f84defdc4d042b75" providerId="LiveId" clId="{AF294985-2D7C-4623-80BA-44501EAF4652}" dt="2025-11-18T21:14:11.825" v="447" actId="5793"/>
          <ac:spMkLst>
            <pc:docMk/>
            <pc:sldMk cId="4226218184" sldId="328"/>
            <ac:spMk id="3" creationId="{D316B10E-7B7A-A3A7-667A-9B2D2BC05D53}"/>
          </ac:spMkLst>
        </pc:spChg>
        <pc:spChg chg="mod">
          <ac:chgData name="one cloud" userId="f84defdc4d042b75" providerId="LiveId" clId="{AF294985-2D7C-4623-80BA-44501EAF4652}" dt="2025-11-18T20:11:23.642" v="285" actId="26606"/>
          <ac:spMkLst>
            <pc:docMk/>
            <pc:sldMk cId="4226218184" sldId="328"/>
            <ac:spMk id="5" creationId="{8FFFA8FA-6240-5539-8B2A-5B01BD40308B}"/>
          </ac:spMkLst>
        </pc:spChg>
        <pc:spChg chg="add mod">
          <ac:chgData name="one cloud" userId="f84defdc4d042b75" providerId="LiveId" clId="{AF294985-2D7C-4623-80BA-44501EAF4652}" dt="2025-11-18T20:32:45.577" v="346"/>
          <ac:spMkLst>
            <pc:docMk/>
            <pc:sldMk cId="4226218184" sldId="328"/>
            <ac:spMk id="6" creationId="{1F42AE72-143B-A310-D5C2-D47669410F42}"/>
          </ac:spMkLst>
        </pc:spChg>
        <pc:spChg chg="mod">
          <ac:chgData name="one cloud" userId="f84defdc4d042b75" providerId="LiveId" clId="{AF294985-2D7C-4623-80BA-44501EAF4652}" dt="2025-11-18T20:35:56.568" v="390" actId="1076"/>
          <ac:spMkLst>
            <pc:docMk/>
            <pc:sldMk cId="4226218184" sldId="328"/>
            <ac:spMk id="11" creationId="{7BEB3C75-7758-0C1D-7F0F-2FA17DA492BE}"/>
          </ac:spMkLst>
        </pc:spChg>
        <pc:graphicFrameChg chg="add del mod modGraphic">
          <ac:chgData name="one cloud" userId="f84defdc4d042b75" providerId="LiveId" clId="{AF294985-2D7C-4623-80BA-44501EAF4652}" dt="2025-11-18T20:33:37.517" v="357" actId="478"/>
          <ac:graphicFrameMkLst>
            <pc:docMk/>
            <pc:sldMk cId="4226218184" sldId="328"/>
            <ac:graphicFrameMk id="2" creationId="{73A70435-2874-0EFA-079B-B58787C912C6}"/>
          </ac:graphicFrameMkLst>
        </pc:graphicFrameChg>
        <pc:graphicFrameChg chg="add mod">
          <ac:chgData name="one cloud" userId="f84defdc4d042b75" providerId="LiveId" clId="{AF294985-2D7C-4623-80BA-44501EAF4652}" dt="2025-11-18T20:32:38.925" v="345"/>
          <ac:graphicFrameMkLst>
            <pc:docMk/>
            <pc:sldMk cId="4226218184" sldId="328"/>
            <ac:graphicFrameMk id="4" creationId="{45F4C4F4-F6C5-6692-AC42-64CB85E9B3E3}"/>
          </ac:graphicFrameMkLst>
        </pc:graphicFrameChg>
        <pc:graphicFrameChg chg="add mod modGraphic">
          <ac:chgData name="one cloud" userId="f84defdc4d042b75" providerId="LiveId" clId="{AF294985-2D7C-4623-80BA-44501EAF4652}" dt="2025-11-18T21:13:45.951" v="427" actId="1076"/>
          <ac:graphicFrameMkLst>
            <pc:docMk/>
            <pc:sldMk cId="4226218184" sldId="328"/>
            <ac:graphicFrameMk id="7" creationId="{7AA0368F-CBCD-2DB4-15AC-0F64BB3BC5AD}"/>
          </ac:graphicFrameMkLst>
        </pc:graphicFrameChg>
      </pc:sldChg>
      <pc:sldChg chg="add del">
        <pc:chgData name="one cloud" userId="f84defdc4d042b75" providerId="LiveId" clId="{AF294985-2D7C-4623-80BA-44501EAF4652}" dt="2025-11-18T23:52:52.175" v="715" actId="47"/>
        <pc:sldMkLst>
          <pc:docMk/>
          <pc:sldMk cId="1556364912" sldId="329"/>
        </pc:sldMkLst>
      </pc:sldChg>
      <pc:sldChg chg="addSp delSp modSp add del mod">
        <pc:chgData name="one cloud" userId="f84defdc4d042b75" providerId="LiveId" clId="{AF294985-2D7C-4623-80BA-44501EAF4652}" dt="2025-11-18T20:33:27.116" v="351"/>
        <pc:sldMkLst>
          <pc:docMk/>
          <pc:sldMk cId="1860170140" sldId="330"/>
        </pc:sldMkLst>
        <pc:graphicFrameChg chg="add del">
          <ac:chgData name="one cloud" userId="f84defdc4d042b75" providerId="LiveId" clId="{AF294985-2D7C-4623-80BA-44501EAF4652}" dt="2025-11-18T20:33:26.949" v="350" actId="478"/>
          <ac:graphicFrameMkLst>
            <pc:docMk/>
            <pc:sldMk cId="1860170140" sldId="330"/>
            <ac:graphicFrameMk id="2" creationId="{5A884D9A-D71D-72D5-25A4-6F5FBF24EEEF}"/>
          </ac:graphicFrameMkLst>
        </pc:graphicFrameChg>
        <pc:graphicFrameChg chg="add mod">
          <ac:chgData name="one cloud" userId="f84defdc4d042b75" providerId="LiveId" clId="{AF294985-2D7C-4623-80BA-44501EAF4652}" dt="2025-11-18T20:33:16.636" v="349"/>
          <ac:graphicFrameMkLst>
            <pc:docMk/>
            <pc:sldMk cId="1860170140" sldId="330"/>
            <ac:graphicFrameMk id="4" creationId="{993F6EEC-C8D2-9BF5-E2D5-241F8CDEAFC0}"/>
          </ac:graphicFrameMkLst>
        </pc:graphicFrameChg>
      </pc:sldChg>
      <pc:sldChg chg="modSp add mod">
        <pc:chgData name="one cloud" userId="f84defdc4d042b75" providerId="LiveId" clId="{AF294985-2D7C-4623-80BA-44501EAF4652}" dt="2025-11-18T21:15:12.235" v="491" actId="1076"/>
        <pc:sldMkLst>
          <pc:docMk/>
          <pc:sldMk cId="2307926004" sldId="330"/>
        </pc:sldMkLst>
        <pc:spChg chg="mod">
          <ac:chgData name="one cloud" userId="f84defdc4d042b75" providerId="LiveId" clId="{AF294985-2D7C-4623-80BA-44501EAF4652}" dt="2025-11-18T21:15:06.170" v="490" actId="20577"/>
          <ac:spMkLst>
            <pc:docMk/>
            <pc:sldMk cId="2307926004" sldId="330"/>
            <ac:spMk id="3" creationId="{68F90A71-9485-CD01-264B-26ACBC2DA21F}"/>
          </ac:spMkLst>
        </pc:spChg>
        <pc:graphicFrameChg chg="mod modGraphic">
          <ac:chgData name="one cloud" userId="f84defdc4d042b75" providerId="LiveId" clId="{AF294985-2D7C-4623-80BA-44501EAF4652}" dt="2025-11-18T21:15:12.235" v="491" actId="1076"/>
          <ac:graphicFrameMkLst>
            <pc:docMk/>
            <pc:sldMk cId="2307926004" sldId="330"/>
            <ac:graphicFrameMk id="7" creationId="{5D72B009-8FDD-DBA7-D28A-B0A1EB4F0C23}"/>
          </ac:graphicFrameMkLst>
        </pc:graphicFrameChg>
      </pc:sldChg>
      <pc:sldChg chg="modSp add mod">
        <pc:chgData name="one cloud" userId="f84defdc4d042b75" providerId="LiveId" clId="{AF294985-2D7C-4623-80BA-44501EAF4652}" dt="2025-11-18T21:12:54.857" v="420" actId="1076"/>
        <pc:sldMkLst>
          <pc:docMk/>
          <pc:sldMk cId="2525089488" sldId="331"/>
        </pc:sldMkLst>
        <pc:spChg chg="mod">
          <ac:chgData name="one cloud" userId="f84defdc4d042b75" providerId="LiveId" clId="{AF294985-2D7C-4623-80BA-44501EAF4652}" dt="2025-11-18T21:12:40.517" v="418" actId="255"/>
          <ac:spMkLst>
            <pc:docMk/>
            <pc:sldMk cId="2525089488" sldId="331"/>
            <ac:spMk id="3" creationId="{EF0D4949-1EA3-E393-99D5-EC1493D3C3F1}"/>
          </ac:spMkLst>
        </pc:spChg>
        <pc:graphicFrameChg chg="mod modGraphic">
          <ac:chgData name="one cloud" userId="f84defdc4d042b75" providerId="LiveId" clId="{AF294985-2D7C-4623-80BA-44501EAF4652}" dt="2025-11-18T21:12:54.857" v="420" actId="1076"/>
          <ac:graphicFrameMkLst>
            <pc:docMk/>
            <pc:sldMk cId="2525089488" sldId="331"/>
            <ac:graphicFrameMk id="7" creationId="{57976AC2-F868-AB7E-E73E-3D2056EA0D04}"/>
          </ac:graphicFrameMkLst>
        </pc:graphicFrameChg>
      </pc:sldChg>
      <pc:sldChg chg="modSp add mod">
        <pc:chgData name="one cloud" userId="f84defdc4d042b75" providerId="LiveId" clId="{AF294985-2D7C-4623-80BA-44501EAF4652}" dt="2025-11-18T21:12:34.116" v="417" actId="255"/>
        <pc:sldMkLst>
          <pc:docMk/>
          <pc:sldMk cId="3084876317" sldId="332"/>
        </pc:sldMkLst>
        <pc:spChg chg="mod">
          <ac:chgData name="one cloud" userId="f84defdc4d042b75" providerId="LiveId" clId="{AF294985-2D7C-4623-80BA-44501EAF4652}" dt="2025-11-18T21:12:34.116" v="417" actId="255"/>
          <ac:spMkLst>
            <pc:docMk/>
            <pc:sldMk cId="3084876317" sldId="332"/>
            <ac:spMk id="3" creationId="{8C6D0086-0847-77E2-5EAD-98B289BBD22A}"/>
          </ac:spMkLst>
        </pc:spChg>
        <pc:graphicFrameChg chg="mod modGraphic">
          <ac:chgData name="one cloud" userId="f84defdc4d042b75" providerId="LiveId" clId="{AF294985-2D7C-4623-80BA-44501EAF4652}" dt="2025-11-18T21:12:27.062" v="416" actId="255"/>
          <ac:graphicFrameMkLst>
            <pc:docMk/>
            <pc:sldMk cId="3084876317" sldId="332"/>
            <ac:graphicFrameMk id="7" creationId="{23339DB2-C8CD-56B8-7D98-F652F3178D48}"/>
          </ac:graphicFrameMkLst>
        </pc:graphicFrameChg>
      </pc:sldChg>
      <pc:sldChg chg="addSp delSp modSp add mod">
        <pc:chgData name="one cloud" userId="f84defdc4d042b75" providerId="LiveId" clId="{AF294985-2D7C-4623-80BA-44501EAF4652}" dt="2025-11-19T02:53:23.082" v="1220" actId="1076"/>
        <pc:sldMkLst>
          <pc:docMk/>
          <pc:sldMk cId="1453121412" sldId="333"/>
        </pc:sldMkLst>
        <pc:spChg chg="add del mod">
          <ac:chgData name="one cloud" userId="f84defdc4d042b75" providerId="LiveId" clId="{AF294985-2D7C-4623-80BA-44501EAF4652}" dt="2025-11-19T02:52:12.668" v="1136" actId="478"/>
          <ac:spMkLst>
            <pc:docMk/>
            <pc:sldMk cId="1453121412" sldId="333"/>
            <ac:spMk id="8" creationId="{3D76E779-6ED0-CAC6-8A26-23B1633B7BC7}"/>
          </ac:spMkLst>
        </pc:spChg>
        <pc:spChg chg="add mod">
          <ac:chgData name="one cloud" userId="f84defdc4d042b75" providerId="LiveId" clId="{AF294985-2D7C-4623-80BA-44501EAF4652}" dt="2025-11-19T02:52:53.479" v="1216" actId="14100"/>
          <ac:spMkLst>
            <pc:docMk/>
            <pc:sldMk cId="1453121412" sldId="333"/>
            <ac:spMk id="10" creationId="{CF310162-53F8-5578-4185-69BFB282B507}"/>
          </ac:spMkLst>
        </pc:spChg>
        <pc:spChg chg="mod">
          <ac:chgData name="one cloud" userId="f84defdc4d042b75" providerId="LiveId" clId="{AF294985-2D7C-4623-80BA-44501EAF4652}" dt="2025-11-18T21:16:16.254" v="499"/>
          <ac:spMkLst>
            <pc:docMk/>
            <pc:sldMk cId="1453121412" sldId="333"/>
            <ac:spMk id="11" creationId="{95493238-5D1F-DB6B-B6C7-A019334C0086}"/>
          </ac:spMkLst>
        </pc:spChg>
        <pc:picChg chg="add del mod">
          <ac:chgData name="one cloud" userId="f84defdc4d042b75" providerId="LiveId" clId="{AF294985-2D7C-4623-80BA-44501EAF4652}" dt="2025-11-19T02:52:09.283" v="1135" actId="478"/>
          <ac:picMkLst>
            <pc:docMk/>
            <pc:sldMk cId="1453121412" sldId="333"/>
            <ac:picMk id="2" creationId="{20CEED71-DBF3-5412-80A0-B0E4D8DC0E5F}"/>
          </ac:picMkLst>
        </pc:picChg>
        <pc:picChg chg="del">
          <ac:chgData name="one cloud" userId="f84defdc4d042b75" providerId="LiveId" clId="{AF294985-2D7C-4623-80BA-44501EAF4652}" dt="2025-11-18T21:16:00.074" v="495" actId="478"/>
          <ac:picMkLst>
            <pc:docMk/>
            <pc:sldMk cId="1453121412" sldId="333"/>
            <ac:picMk id="3" creationId="{7A43F968-D8DB-32CD-6179-23E750FBBE66}"/>
          </ac:picMkLst>
        </pc:picChg>
        <pc:picChg chg="add del mod">
          <ac:chgData name="one cloud" userId="f84defdc4d042b75" providerId="LiveId" clId="{AF294985-2D7C-4623-80BA-44501EAF4652}" dt="2025-11-19T02:52:07.899" v="1134" actId="478"/>
          <ac:picMkLst>
            <pc:docMk/>
            <pc:sldMk cId="1453121412" sldId="333"/>
            <ac:picMk id="4" creationId="{0902A47D-D79A-9ACD-A07B-D5F35136D926}"/>
          </ac:picMkLst>
        </pc:picChg>
        <pc:picChg chg="add del mod">
          <ac:chgData name="one cloud" userId="f84defdc4d042b75" providerId="LiveId" clId="{AF294985-2D7C-4623-80BA-44501EAF4652}" dt="2025-11-19T02:53:17.371" v="1217" actId="478"/>
          <ac:picMkLst>
            <pc:docMk/>
            <pc:sldMk cId="1453121412" sldId="333"/>
            <ac:picMk id="6" creationId="{5178ADF0-ABBE-C29B-D0DE-E38CE7F1AD8B}"/>
          </ac:picMkLst>
        </pc:picChg>
        <pc:picChg chg="del">
          <ac:chgData name="one cloud" userId="f84defdc4d042b75" providerId="LiveId" clId="{AF294985-2D7C-4623-80BA-44501EAF4652}" dt="2025-11-18T21:16:01.525" v="496" actId="478"/>
          <ac:picMkLst>
            <pc:docMk/>
            <pc:sldMk cId="1453121412" sldId="333"/>
            <ac:picMk id="6" creationId="{B272AFAB-F2A9-C690-1EB4-1208E5C715C7}"/>
          </ac:picMkLst>
        </pc:picChg>
        <pc:picChg chg="add mod">
          <ac:chgData name="one cloud" userId="f84defdc4d042b75" providerId="LiveId" clId="{AF294985-2D7C-4623-80BA-44501EAF4652}" dt="2025-11-19T02:53:23.082" v="1220" actId="1076"/>
          <ac:picMkLst>
            <pc:docMk/>
            <pc:sldMk cId="1453121412" sldId="333"/>
            <ac:picMk id="9" creationId="{550E045E-17C4-672A-E984-CF3D39D7DF43}"/>
          </ac:picMkLst>
        </pc:picChg>
      </pc:sldChg>
      <pc:sldChg chg="add del">
        <pc:chgData name="one cloud" userId="f84defdc4d042b75" providerId="LiveId" clId="{AF294985-2D7C-4623-80BA-44501EAF4652}" dt="2025-11-18T21:16:05.811" v="498"/>
        <pc:sldMkLst>
          <pc:docMk/>
          <pc:sldMk cId="1757788280" sldId="334"/>
        </pc:sldMkLst>
      </pc:sldChg>
      <pc:sldChg chg="addSp delSp modSp add mod">
        <pc:chgData name="one cloud" userId="f84defdc4d042b75" providerId="LiveId" clId="{AF294985-2D7C-4623-80BA-44501EAF4652}" dt="2025-11-18T23:13:12.885" v="577" actId="14100"/>
        <pc:sldMkLst>
          <pc:docMk/>
          <pc:sldMk cId="3491201802" sldId="334"/>
        </pc:sldMkLst>
        <pc:spChg chg="mod">
          <ac:chgData name="one cloud" userId="f84defdc4d042b75" providerId="LiveId" clId="{AF294985-2D7C-4623-80BA-44501EAF4652}" dt="2025-11-18T23:13:07.448" v="575" actId="1076"/>
          <ac:spMkLst>
            <pc:docMk/>
            <pc:sldMk cId="3491201802" sldId="334"/>
            <ac:spMk id="8" creationId="{A5797457-7F19-357C-59B8-5DA6F0AC32E5}"/>
          </ac:spMkLst>
        </pc:spChg>
        <pc:spChg chg="mod">
          <ac:chgData name="one cloud" userId="f84defdc4d042b75" providerId="LiveId" clId="{AF294985-2D7C-4623-80BA-44501EAF4652}" dt="2025-11-18T23:12:13.373" v="550" actId="20577"/>
          <ac:spMkLst>
            <pc:docMk/>
            <pc:sldMk cId="3491201802" sldId="334"/>
            <ac:spMk id="10" creationId="{547DF4F4-0896-1407-DF87-6E7E89040FC4}"/>
          </ac:spMkLst>
        </pc:spChg>
        <pc:picChg chg="del">
          <ac:chgData name="one cloud" userId="f84defdc4d042b75" providerId="LiveId" clId="{AF294985-2D7C-4623-80BA-44501EAF4652}" dt="2025-11-18T23:10:28.233" v="509" actId="478"/>
          <ac:picMkLst>
            <pc:docMk/>
            <pc:sldMk cId="3491201802" sldId="334"/>
            <ac:picMk id="2" creationId="{85BCCA5A-5B81-2626-E194-485546D05EBE}"/>
          </ac:picMkLst>
        </pc:picChg>
        <pc:picChg chg="add del mod">
          <ac:chgData name="one cloud" userId="f84defdc4d042b75" providerId="LiveId" clId="{AF294985-2D7C-4623-80BA-44501EAF4652}" dt="2025-11-18T23:12:52.725" v="555" actId="478"/>
          <ac:picMkLst>
            <pc:docMk/>
            <pc:sldMk cId="3491201802" sldId="334"/>
            <ac:picMk id="3" creationId="{91CE747A-59A1-E1E4-6F6F-A6EC3A2FCE40}"/>
          </ac:picMkLst>
        </pc:picChg>
        <pc:picChg chg="del">
          <ac:chgData name="one cloud" userId="f84defdc4d042b75" providerId="LiveId" clId="{AF294985-2D7C-4623-80BA-44501EAF4652}" dt="2025-11-18T23:10:29.693" v="510" actId="478"/>
          <ac:picMkLst>
            <pc:docMk/>
            <pc:sldMk cId="3491201802" sldId="334"/>
            <ac:picMk id="4" creationId="{0E99BD60-D733-7CE3-79E7-5F18CA7A5B54}"/>
          </ac:picMkLst>
        </pc:picChg>
        <pc:picChg chg="add mod">
          <ac:chgData name="one cloud" userId="f84defdc4d042b75" providerId="LiveId" clId="{AF294985-2D7C-4623-80BA-44501EAF4652}" dt="2025-11-18T23:12:06.190" v="531" actId="1076"/>
          <ac:picMkLst>
            <pc:docMk/>
            <pc:sldMk cId="3491201802" sldId="334"/>
            <ac:picMk id="7" creationId="{40730413-8371-1D5A-5482-AF51239D0BAF}"/>
          </ac:picMkLst>
        </pc:picChg>
        <pc:picChg chg="add mod">
          <ac:chgData name="one cloud" userId="f84defdc4d042b75" providerId="LiveId" clId="{AF294985-2D7C-4623-80BA-44501EAF4652}" dt="2025-11-18T23:13:12.885" v="577" actId="14100"/>
          <ac:picMkLst>
            <pc:docMk/>
            <pc:sldMk cId="3491201802" sldId="334"/>
            <ac:picMk id="12" creationId="{5D9669D1-213D-8402-62CF-70F9BEA52D94}"/>
          </ac:picMkLst>
        </pc:picChg>
      </pc:sldChg>
      <pc:sldChg chg="addSp delSp modSp add mod">
        <pc:chgData name="one cloud" userId="f84defdc4d042b75" providerId="LiveId" clId="{AF294985-2D7C-4623-80BA-44501EAF4652}" dt="2025-11-18T23:18:07.590" v="604"/>
        <pc:sldMkLst>
          <pc:docMk/>
          <pc:sldMk cId="1149116374" sldId="335"/>
        </pc:sldMkLst>
        <pc:spChg chg="del mod">
          <ac:chgData name="one cloud" userId="f84defdc4d042b75" providerId="LiveId" clId="{AF294985-2D7C-4623-80BA-44501EAF4652}" dt="2025-11-18T23:18:07.590" v="604"/>
          <ac:spMkLst>
            <pc:docMk/>
            <pc:sldMk cId="1149116374" sldId="335"/>
            <ac:spMk id="8" creationId="{15AB95B9-2C4C-F007-480D-DC076C383AE6}"/>
          </ac:spMkLst>
        </pc:spChg>
        <pc:spChg chg="mod">
          <ac:chgData name="one cloud" userId="f84defdc4d042b75" providerId="LiveId" clId="{AF294985-2D7C-4623-80BA-44501EAF4652}" dt="2025-11-18T23:18:06.381" v="602" actId="20577"/>
          <ac:spMkLst>
            <pc:docMk/>
            <pc:sldMk cId="1149116374" sldId="335"/>
            <ac:spMk id="10" creationId="{533C532C-527A-F4BD-F1C0-FCB220D90CB2}"/>
          </ac:spMkLst>
        </pc:spChg>
        <pc:picChg chg="add mod">
          <ac:chgData name="one cloud" userId="f84defdc4d042b75" providerId="LiveId" clId="{AF294985-2D7C-4623-80BA-44501EAF4652}" dt="2025-11-18T23:17:52.427" v="582" actId="1076"/>
          <ac:picMkLst>
            <pc:docMk/>
            <pc:sldMk cId="1149116374" sldId="335"/>
            <ac:picMk id="3" creationId="{5DCFB638-45ED-FB43-48B0-B64465DFAFB3}"/>
          </ac:picMkLst>
        </pc:picChg>
        <pc:picChg chg="del">
          <ac:chgData name="one cloud" userId="f84defdc4d042b75" providerId="LiveId" clId="{AF294985-2D7C-4623-80BA-44501EAF4652}" dt="2025-11-18T23:17:12.090" v="579" actId="478"/>
          <ac:picMkLst>
            <pc:docMk/>
            <pc:sldMk cId="1149116374" sldId="335"/>
            <ac:picMk id="7" creationId="{68CFEE73-714F-A997-BA4C-E5D2F5321258}"/>
          </ac:picMkLst>
        </pc:picChg>
        <pc:picChg chg="del">
          <ac:chgData name="one cloud" userId="f84defdc4d042b75" providerId="LiveId" clId="{AF294985-2D7C-4623-80BA-44501EAF4652}" dt="2025-11-18T23:17:13.742" v="580" actId="478"/>
          <ac:picMkLst>
            <pc:docMk/>
            <pc:sldMk cId="1149116374" sldId="335"/>
            <ac:picMk id="12" creationId="{5F43E45E-33DB-EC35-910F-970DCA80CF8A}"/>
          </ac:picMkLst>
        </pc:picChg>
      </pc:sldChg>
      <pc:sldChg chg="addSp delSp modSp add mod">
        <pc:chgData name="one cloud" userId="f84defdc4d042b75" providerId="LiveId" clId="{AF294985-2D7C-4623-80BA-44501EAF4652}" dt="2025-11-18T23:19:33.764" v="613"/>
        <pc:sldMkLst>
          <pc:docMk/>
          <pc:sldMk cId="1574473569" sldId="336"/>
        </pc:sldMkLst>
        <pc:spChg chg="del mod">
          <ac:chgData name="one cloud" userId="f84defdc4d042b75" providerId="LiveId" clId="{AF294985-2D7C-4623-80BA-44501EAF4652}" dt="2025-11-18T23:19:33.764" v="613"/>
          <ac:spMkLst>
            <pc:docMk/>
            <pc:sldMk cId="1574473569" sldId="336"/>
            <ac:spMk id="10" creationId="{0B80B0F0-3BF2-DC6C-0E40-D67FAF05859C}"/>
          </ac:spMkLst>
        </pc:spChg>
        <pc:picChg chg="del">
          <ac:chgData name="one cloud" userId="f84defdc4d042b75" providerId="LiveId" clId="{AF294985-2D7C-4623-80BA-44501EAF4652}" dt="2025-11-18T23:18:11.174" v="606" actId="478"/>
          <ac:picMkLst>
            <pc:docMk/>
            <pc:sldMk cId="1574473569" sldId="336"/>
            <ac:picMk id="3" creationId="{B3361875-CFA1-C380-346C-1BB90973AB7F}"/>
          </ac:picMkLst>
        </pc:picChg>
        <pc:picChg chg="add mod">
          <ac:chgData name="one cloud" userId="f84defdc4d042b75" providerId="LiveId" clId="{AF294985-2D7C-4623-80BA-44501EAF4652}" dt="2025-11-18T23:19:08.534" v="608" actId="1076"/>
          <ac:picMkLst>
            <pc:docMk/>
            <pc:sldMk cId="1574473569" sldId="336"/>
            <ac:picMk id="4" creationId="{99361D8D-3722-A9A9-BAD7-3D9B30FE7905}"/>
          </ac:picMkLst>
        </pc:picChg>
        <pc:picChg chg="add mod">
          <ac:chgData name="one cloud" userId="f84defdc4d042b75" providerId="LiveId" clId="{AF294985-2D7C-4623-80BA-44501EAF4652}" dt="2025-11-18T23:19:29.058" v="610" actId="1076"/>
          <ac:picMkLst>
            <pc:docMk/>
            <pc:sldMk cId="1574473569" sldId="336"/>
            <ac:picMk id="7" creationId="{344A8D35-AE44-BC91-482F-1E300C5AC62A}"/>
          </ac:picMkLst>
        </pc:picChg>
      </pc:sldChg>
      <pc:sldChg chg="addSp delSp modSp add mod">
        <pc:chgData name="one cloud" userId="f84defdc4d042b75" providerId="LiveId" clId="{AF294985-2D7C-4623-80BA-44501EAF4652}" dt="2025-11-18T23:41:53.862" v="648" actId="14100"/>
        <pc:sldMkLst>
          <pc:docMk/>
          <pc:sldMk cId="2543280939" sldId="337"/>
        </pc:sldMkLst>
        <pc:picChg chg="add mod">
          <ac:chgData name="one cloud" userId="f84defdc4d042b75" providerId="LiveId" clId="{AF294985-2D7C-4623-80BA-44501EAF4652}" dt="2025-11-18T23:41:53.862" v="648" actId="14100"/>
          <ac:picMkLst>
            <pc:docMk/>
            <pc:sldMk cId="2543280939" sldId="337"/>
            <ac:picMk id="3" creationId="{257BFE7B-B7A1-09CF-546A-703D70A85658}"/>
          </ac:picMkLst>
        </pc:picChg>
        <pc:picChg chg="del">
          <ac:chgData name="one cloud" userId="f84defdc4d042b75" providerId="LiveId" clId="{AF294985-2D7C-4623-80BA-44501EAF4652}" dt="2025-11-18T23:19:39.026" v="615" actId="478"/>
          <ac:picMkLst>
            <pc:docMk/>
            <pc:sldMk cId="2543280939" sldId="337"/>
            <ac:picMk id="4" creationId="{B55496F2-DDD1-5338-0F90-202DA2F478AB}"/>
          </ac:picMkLst>
        </pc:picChg>
        <pc:picChg chg="del">
          <ac:chgData name="one cloud" userId="f84defdc4d042b75" providerId="LiveId" clId="{AF294985-2D7C-4623-80BA-44501EAF4652}" dt="2025-11-18T23:19:40.340" v="616" actId="478"/>
          <ac:picMkLst>
            <pc:docMk/>
            <pc:sldMk cId="2543280939" sldId="337"/>
            <ac:picMk id="7" creationId="{90F76C71-654C-DFFF-73C9-1515E833D703}"/>
          </ac:picMkLst>
        </pc:picChg>
      </pc:sldChg>
      <pc:sldChg chg="addSp delSp modSp add mod">
        <pc:chgData name="one cloud" userId="f84defdc4d042b75" providerId="LiveId" clId="{AF294985-2D7C-4623-80BA-44501EAF4652}" dt="2025-11-19T02:50:56.494" v="1132" actId="14100"/>
        <pc:sldMkLst>
          <pc:docMk/>
          <pc:sldMk cId="1666637339" sldId="338"/>
        </pc:sldMkLst>
        <pc:spChg chg="add del mod">
          <ac:chgData name="one cloud" userId="f84defdc4d042b75" providerId="LiveId" clId="{AF294985-2D7C-4623-80BA-44501EAF4652}" dt="2025-11-19T02:48:57.362" v="1062" actId="478"/>
          <ac:spMkLst>
            <pc:docMk/>
            <pc:sldMk cId="1666637339" sldId="338"/>
            <ac:spMk id="4" creationId="{077044BD-1054-B305-EF4B-40FFC509A4E1}"/>
          </ac:spMkLst>
        </pc:spChg>
        <pc:spChg chg="del mod">
          <ac:chgData name="one cloud" userId="f84defdc4d042b75" providerId="LiveId" clId="{AF294985-2D7C-4623-80BA-44501EAF4652}" dt="2025-11-18T23:20:29.769" v="645"/>
          <ac:spMkLst>
            <pc:docMk/>
            <pc:sldMk cId="1666637339" sldId="338"/>
            <ac:spMk id="8" creationId="{7B808A9B-55A5-536D-E180-F51CDFA3D728}"/>
          </ac:spMkLst>
        </pc:spChg>
        <pc:spChg chg="mod">
          <ac:chgData name="one cloud" userId="f84defdc4d042b75" providerId="LiveId" clId="{AF294985-2D7C-4623-80BA-44501EAF4652}" dt="2025-11-19T02:49:15.627" v="1095" actId="20577"/>
          <ac:spMkLst>
            <pc:docMk/>
            <pc:sldMk cId="1666637339" sldId="338"/>
            <ac:spMk id="10" creationId="{178DFF8E-51D9-9E5C-136D-EE01510A8FC6}"/>
          </ac:spMkLst>
        </pc:spChg>
        <pc:picChg chg="add del mod">
          <ac:chgData name="one cloud" userId="f84defdc4d042b75" providerId="LiveId" clId="{AF294985-2D7C-4623-80BA-44501EAF4652}" dt="2025-11-19T02:48:51.053" v="1060" actId="478"/>
          <ac:picMkLst>
            <pc:docMk/>
            <pc:sldMk cId="1666637339" sldId="338"/>
            <ac:picMk id="2" creationId="{EEA457E8-D8E9-78F9-0E81-0328FD05A96B}"/>
          </ac:picMkLst>
        </pc:picChg>
        <pc:picChg chg="add del mod">
          <ac:chgData name="one cloud" userId="f84defdc4d042b75" providerId="LiveId" clId="{AF294985-2D7C-4623-80BA-44501EAF4652}" dt="2025-11-19T02:48:38.206" v="1055" actId="478"/>
          <ac:picMkLst>
            <pc:docMk/>
            <pc:sldMk cId="1666637339" sldId="338"/>
            <ac:picMk id="3" creationId="{4C56E4AE-E7A6-8A82-869D-FC172F042FB2}"/>
          </ac:picMkLst>
        </pc:picChg>
        <pc:picChg chg="del">
          <ac:chgData name="one cloud" userId="f84defdc4d042b75" providerId="LiveId" clId="{AF294985-2D7C-4623-80BA-44501EAF4652}" dt="2025-11-18T23:20:05.277" v="618" actId="478"/>
          <ac:picMkLst>
            <pc:docMk/>
            <pc:sldMk cId="1666637339" sldId="338"/>
            <ac:picMk id="7" creationId="{2EEE84EF-552D-77C2-B0BA-23A55554BCB0}"/>
          </ac:picMkLst>
        </pc:picChg>
        <pc:picChg chg="add mod">
          <ac:chgData name="one cloud" userId="f84defdc4d042b75" providerId="LiveId" clId="{AF294985-2D7C-4623-80BA-44501EAF4652}" dt="2025-11-19T02:50:56.494" v="1132" actId="14100"/>
          <ac:picMkLst>
            <pc:docMk/>
            <pc:sldMk cId="1666637339" sldId="338"/>
            <ac:picMk id="7" creationId="{8C05F23B-CF2D-D3F5-8B04-DF0D2E2F3A18}"/>
          </ac:picMkLst>
        </pc:picChg>
        <pc:picChg chg="add del mod">
          <ac:chgData name="one cloud" userId="f84defdc4d042b75" providerId="LiveId" clId="{AF294985-2D7C-4623-80BA-44501EAF4652}" dt="2025-11-19T02:49:39.576" v="1099" actId="22"/>
          <ac:picMkLst>
            <pc:docMk/>
            <pc:sldMk cId="1666637339" sldId="338"/>
            <ac:picMk id="9" creationId="{DA3AFFA3-ABBE-B468-3E7E-E36C94AB8B95}"/>
          </ac:picMkLst>
        </pc:picChg>
        <pc:picChg chg="del">
          <ac:chgData name="one cloud" userId="f84defdc4d042b75" providerId="LiveId" clId="{AF294985-2D7C-4623-80BA-44501EAF4652}" dt="2025-11-18T23:20:06.521" v="619" actId="478"/>
          <ac:picMkLst>
            <pc:docMk/>
            <pc:sldMk cId="1666637339" sldId="338"/>
            <ac:picMk id="12" creationId="{A269FAEE-823A-4048-58B8-7C5E344895AB}"/>
          </ac:picMkLst>
        </pc:picChg>
      </pc:sldChg>
      <pc:sldChg chg="addSp delSp modSp add mod">
        <pc:chgData name="one cloud" userId="f84defdc4d042b75" providerId="LiveId" clId="{AF294985-2D7C-4623-80BA-44501EAF4652}" dt="2025-11-19T02:41:23.747" v="992" actId="113"/>
        <pc:sldMkLst>
          <pc:docMk/>
          <pc:sldMk cId="2320213083" sldId="339"/>
        </pc:sldMkLst>
        <pc:spChg chg="add mod">
          <ac:chgData name="one cloud" userId="f84defdc4d042b75" providerId="LiveId" clId="{AF294985-2D7C-4623-80BA-44501EAF4652}" dt="2025-11-19T02:41:23.747" v="992" actId="113"/>
          <ac:spMkLst>
            <pc:docMk/>
            <pc:sldMk cId="2320213083" sldId="339"/>
            <ac:spMk id="4" creationId="{85725457-1599-2548-3077-7317F37E12C7}"/>
          </ac:spMkLst>
        </pc:spChg>
        <pc:spChg chg="add mod">
          <ac:chgData name="one cloud" userId="f84defdc4d042b75" providerId="LiveId" clId="{AF294985-2D7C-4623-80BA-44501EAF4652}" dt="2025-11-19T02:41:18.908" v="990" actId="113"/>
          <ac:spMkLst>
            <pc:docMk/>
            <pc:sldMk cId="2320213083" sldId="339"/>
            <ac:spMk id="7" creationId="{AD8CE2B0-9076-C66D-A181-D57F38A8965D}"/>
          </ac:spMkLst>
        </pc:spChg>
        <pc:spChg chg="mod">
          <ac:chgData name="one cloud" userId="f84defdc4d042b75" providerId="LiveId" clId="{AF294985-2D7C-4623-80BA-44501EAF4652}" dt="2025-11-18T23:43:55.101" v="656" actId="14100"/>
          <ac:spMkLst>
            <pc:docMk/>
            <pc:sldMk cId="2320213083" sldId="339"/>
            <ac:spMk id="11" creationId="{2F01D044-45F8-D19D-5E4A-2403185DCDFB}"/>
          </ac:spMkLst>
        </pc:spChg>
        <pc:picChg chg="del">
          <ac:chgData name="one cloud" userId="f84defdc4d042b75" providerId="LiveId" clId="{AF294985-2D7C-4623-80BA-44501EAF4652}" dt="2025-11-18T23:43:35.868" v="652" actId="478"/>
          <ac:picMkLst>
            <pc:docMk/>
            <pc:sldMk cId="2320213083" sldId="339"/>
            <ac:picMk id="3" creationId="{E1665BC0-F75D-64FD-F1D2-ABC8F124E1EA}"/>
          </ac:picMkLst>
        </pc:picChg>
      </pc:sldChg>
      <pc:sldChg chg="addSp delSp modSp add mod">
        <pc:chgData name="one cloud" userId="f84defdc4d042b75" providerId="LiveId" clId="{AF294985-2D7C-4623-80BA-44501EAF4652}" dt="2025-11-19T02:41:32.739" v="996" actId="113"/>
        <pc:sldMkLst>
          <pc:docMk/>
          <pc:sldMk cId="648337565" sldId="340"/>
        </pc:sldMkLst>
        <pc:spChg chg="add mod">
          <ac:chgData name="one cloud" userId="f84defdc4d042b75" providerId="LiveId" clId="{AF294985-2D7C-4623-80BA-44501EAF4652}" dt="2025-11-19T02:41:28.767" v="994" actId="113"/>
          <ac:spMkLst>
            <pc:docMk/>
            <pc:sldMk cId="648337565" sldId="340"/>
            <ac:spMk id="4" creationId="{7CD31708-5480-A31D-471C-7F0214880A7C}"/>
          </ac:spMkLst>
        </pc:spChg>
        <pc:spChg chg="add mod">
          <ac:chgData name="one cloud" userId="f84defdc4d042b75" providerId="LiveId" clId="{AF294985-2D7C-4623-80BA-44501EAF4652}" dt="2025-11-19T02:41:32.739" v="996" actId="113"/>
          <ac:spMkLst>
            <pc:docMk/>
            <pc:sldMk cId="648337565" sldId="340"/>
            <ac:spMk id="7" creationId="{41CD3C44-63EA-D027-7093-A73C744D7AD7}"/>
          </ac:spMkLst>
        </pc:spChg>
        <pc:picChg chg="del">
          <ac:chgData name="one cloud" userId="f84defdc4d042b75" providerId="LiveId" clId="{AF294985-2D7C-4623-80BA-44501EAF4652}" dt="2025-11-18T23:43:38.443" v="653" actId="478"/>
          <ac:picMkLst>
            <pc:docMk/>
            <pc:sldMk cId="648337565" sldId="340"/>
            <ac:picMk id="3" creationId="{1E06871C-CA5B-86EE-74DF-BB73189FB340}"/>
          </ac:picMkLst>
        </pc:picChg>
      </pc:sldChg>
      <pc:sldChg chg="addSp delSp modSp add mod">
        <pc:chgData name="one cloud" userId="f84defdc4d042b75" providerId="LiveId" clId="{AF294985-2D7C-4623-80BA-44501EAF4652}" dt="2025-11-18T23:48:18.273" v="687" actId="20577"/>
        <pc:sldMkLst>
          <pc:docMk/>
          <pc:sldMk cId="3672427361" sldId="341"/>
        </pc:sldMkLst>
        <pc:spChg chg="add mod">
          <ac:chgData name="one cloud" userId="f84defdc4d042b75" providerId="LiveId" clId="{AF294985-2D7C-4623-80BA-44501EAF4652}" dt="2025-11-18T23:48:08.029" v="681" actId="20577"/>
          <ac:spMkLst>
            <pc:docMk/>
            <pc:sldMk cId="3672427361" sldId="341"/>
            <ac:spMk id="4" creationId="{7869FD8A-36D8-3E88-47EB-30B86CC6D6F3}"/>
          </ac:spMkLst>
        </pc:spChg>
        <pc:spChg chg="add mod">
          <ac:chgData name="one cloud" userId="f84defdc4d042b75" providerId="LiveId" clId="{AF294985-2D7C-4623-80BA-44501EAF4652}" dt="2025-11-18T23:48:11.988" v="683" actId="20577"/>
          <ac:spMkLst>
            <pc:docMk/>
            <pc:sldMk cId="3672427361" sldId="341"/>
            <ac:spMk id="7" creationId="{449CD8E5-E645-5383-6C52-0F7E7301A3A8}"/>
          </ac:spMkLst>
        </pc:spChg>
        <pc:spChg chg="add mod">
          <ac:chgData name="one cloud" userId="f84defdc4d042b75" providerId="LiveId" clId="{AF294985-2D7C-4623-80BA-44501EAF4652}" dt="2025-11-18T23:48:15.142" v="685" actId="20577"/>
          <ac:spMkLst>
            <pc:docMk/>
            <pc:sldMk cId="3672427361" sldId="341"/>
            <ac:spMk id="9" creationId="{38BC1332-B6B3-44F1-214F-A75184CAFB82}"/>
          </ac:spMkLst>
        </pc:spChg>
        <pc:spChg chg="add mod">
          <ac:chgData name="one cloud" userId="f84defdc4d042b75" providerId="LiveId" clId="{AF294985-2D7C-4623-80BA-44501EAF4652}" dt="2025-11-18T23:48:18.273" v="687" actId="20577"/>
          <ac:spMkLst>
            <pc:docMk/>
            <pc:sldMk cId="3672427361" sldId="341"/>
            <ac:spMk id="12" creationId="{E74EC184-1BB5-374F-7520-74941DB36799}"/>
          </ac:spMkLst>
        </pc:spChg>
        <pc:picChg chg="del">
          <ac:chgData name="one cloud" userId="f84defdc4d042b75" providerId="LiveId" clId="{AF294985-2D7C-4623-80BA-44501EAF4652}" dt="2025-11-18T23:43:41.166" v="654" actId="478"/>
          <ac:picMkLst>
            <pc:docMk/>
            <pc:sldMk cId="3672427361" sldId="341"/>
            <ac:picMk id="3" creationId="{BBD9F23F-E81D-2481-8A7C-3307BBDE3B84}"/>
          </ac:picMkLst>
        </pc:picChg>
      </pc:sldChg>
      <pc:sldChg chg="addSp delSp modSp add mod modClrScheme chgLayout">
        <pc:chgData name="one cloud" userId="f84defdc4d042b75" providerId="LiveId" clId="{AF294985-2D7C-4623-80BA-44501EAF4652}" dt="2025-11-18T23:52:06.363" v="712" actId="27636"/>
        <pc:sldMkLst>
          <pc:docMk/>
          <pc:sldMk cId="2181234512" sldId="342"/>
        </pc:sldMkLst>
        <pc:spChg chg="del">
          <ac:chgData name="one cloud" userId="f84defdc4d042b75" providerId="LiveId" clId="{AF294985-2D7C-4623-80BA-44501EAF4652}" dt="2025-11-18T23:48:50.200" v="692" actId="478"/>
          <ac:spMkLst>
            <pc:docMk/>
            <pc:sldMk cId="2181234512" sldId="342"/>
            <ac:spMk id="4" creationId="{56CD05F8-E28C-90B1-D5F7-5A574E0F6CD0}"/>
          </ac:spMkLst>
        </pc:spChg>
        <pc:spChg chg="mod">
          <ac:chgData name="one cloud" userId="f84defdc4d042b75" providerId="LiveId" clId="{AF294985-2D7C-4623-80BA-44501EAF4652}" dt="2025-11-18T23:51:24.703" v="706" actId="26606"/>
          <ac:spMkLst>
            <pc:docMk/>
            <pc:sldMk cId="2181234512" sldId="342"/>
            <ac:spMk id="5" creationId="{8CC358F8-8BE6-1DF7-A3FB-E0F5CF99C7FC}"/>
          </ac:spMkLst>
        </pc:spChg>
        <pc:spChg chg="del">
          <ac:chgData name="one cloud" userId="f84defdc4d042b75" providerId="LiveId" clId="{AF294985-2D7C-4623-80BA-44501EAF4652}" dt="2025-11-18T23:48:47.043" v="691" actId="478"/>
          <ac:spMkLst>
            <pc:docMk/>
            <pc:sldMk cId="2181234512" sldId="342"/>
            <ac:spMk id="7" creationId="{9AE07A80-7AC7-5B95-CFA1-2574E34A3997}"/>
          </ac:spMkLst>
        </pc:spChg>
        <pc:spChg chg="del">
          <ac:chgData name="one cloud" userId="f84defdc4d042b75" providerId="LiveId" clId="{AF294985-2D7C-4623-80BA-44501EAF4652}" dt="2025-11-18T23:48:41.157" v="689" actId="478"/>
          <ac:spMkLst>
            <pc:docMk/>
            <pc:sldMk cId="2181234512" sldId="342"/>
            <ac:spMk id="9" creationId="{3050A149-E976-0096-2398-273BF1132F6A}"/>
          </ac:spMkLst>
        </pc:spChg>
        <pc:spChg chg="mod">
          <ac:chgData name="one cloud" userId="f84defdc4d042b75" providerId="LiveId" clId="{AF294985-2D7C-4623-80BA-44501EAF4652}" dt="2025-11-18T23:52:06.363" v="712" actId="27636"/>
          <ac:spMkLst>
            <pc:docMk/>
            <pc:sldMk cId="2181234512" sldId="342"/>
            <ac:spMk id="11" creationId="{B2BC9B27-ADD9-25C7-AA8D-1D90622450A9}"/>
          </ac:spMkLst>
        </pc:spChg>
        <pc:spChg chg="del">
          <ac:chgData name="one cloud" userId="f84defdc4d042b75" providerId="LiveId" clId="{AF294985-2D7C-4623-80BA-44501EAF4652}" dt="2025-11-18T23:48:43.985" v="690" actId="478"/>
          <ac:spMkLst>
            <pc:docMk/>
            <pc:sldMk cId="2181234512" sldId="342"/>
            <ac:spMk id="12" creationId="{DAA448AE-FFA0-E90A-FF2E-5F1330824DC3}"/>
          </ac:spMkLst>
        </pc:spChg>
        <pc:graphicFrameChg chg="add mod modGraphic">
          <ac:chgData name="one cloud" userId="f84defdc4d042b75" providerId="LiveId" clId="{AF294985-2D7C-4623-80BA-44501EAF4652}" dt="2025-11-18T23:51:40.833" v="708" actId="20577"/>
          <ac:graphicFrameMkLst>
            <pc:docMk/>
            <pc:sldMk cId="2181234512" sldId="342"/>
            <ac:graphicFrameMk id="2" creationId="{05CB4CB9-1207-DEE6-7866-43B33030C811}"/>
          </ac:graphicFrameMkLst>
        </pc:graphicFrameChg>
      </pc:sldChg>
      <pc:sldChg chg="addSp delSp modSp add mod">
        <pc:chgData name="one cloud" userId="f84defdc4d042b75" providerId="LiveId" clId="{AF294985-2D7C-4623-80BA-44501EAF4652}" dt="2025-11-19T02:43:27.993" v="1021" actId="20577"/>
        <pc:sldMkLst>
          <pc:docMk/>
          <pc:sldMk cId="2291289384" sldId="343"/>
        </pc:sldMkLst>
        <pc:spChg chg="mod">
          <ac:chgData name="one cloud" userId="f84defdc4d042b75" providerId="LiveId" clId="{AF294985-2D7C-4623-80BA-44501EAF4652}" dt="2025-11-19T02:43:27.993" v="1021" actId="20577"/>
          <ac:spMkLst>
            <pc:docMk/>
            <pc:sldMk cId="2291289384" sldId="343"/>
            <ac:spMk id="8" creationId="{79442251-8028-FCDD-06B1-14E0A7798B9C}"/>
          </ac:spMkLst>
        </pc:spChg>
        <pc:spChg chg="mod">
          <ac:chgData name="one cloud" userId="f84defdc4d042b75" providerId="LiveId" clId="{AF294985-2D7C-4623-80BA-44501EAF4652}" dt="2025-11-19T02:43:19.516" v="1015" actId="255"/>
          <ac:spMkLst>
            <pc:docMk/>
            <pc:sldMk cId="2291289384" sldId="343"/>
            <ac:spMk id="10" creationId="{4548184F-A056-3406-7FA5-66868DDCEE07}"/>
          </ac:spMkLst>
        </pc:spChg>
        <pc:picChg chg="del">
          <ac:chgData name="one cloud" userId="f84defdc4d042b75" providerId="LiveId" clId="{AF294985-2D7C-4623-80BA-44501EAF4652}" dt="2025-11-18T23:55:38.397" v="746" actId="478"/>
          <ac:picMkLst>
            <pc:docMk/>
            <pc:sldMk cId="2291289384" sldId="343"/>
            <ac:picMk id="2" creationId="{A9E89876-251F-75F9-99E1-AB72CDB320B6}"/>
          </ac:picMkLst>
        </pc:picChg>
        <pc:picChg chg="del">
          <ac:chgData name="one cloud" userId="f84defdc4d042b75" providerId="LiveId" clId="{AF294985-2D7C-4623-80BA-44501EAF4652}" dt="2025-11-18T23:55:06.378" v="719" actId="478"/>
          <ac:picMkLst>
            <pc:docMk/>
            <pc:sldMk cId="2291289384" sldId="343"/>
            <ac:picMk id="4" creationId="{4A851BE5-BF74-14CA-FBCF-5E50B89FA2BE}"/>
          </ac:picMkLst>
        </pc:picChg>
        <pc:picChg chg="add mod">
          <ac:chgData name="one cloud" userId="f84defdc4d042b75" providerId="LiveId" clId="{AF294985-2D7C-4623-80BA-44501EAF4652}" dt="2025-11-19T02:40:28.893" v="984" actId="1076"/>
          <ac:picMkLst>
            <pc:docMk/>
            <pc:sldMk cId="2291289384" sldId="343"/>
            <ac:picMk id="6" creationId="{400EE2F6-CCA4-F750-C891-D8DE9CFCE5B7}"/>
          </ac:picMkLst>
        </pc:picChg>
        <pc:picChg chg="add mod">
          <ac:chgData name="one cloud" userId="f84defdc4d042b75" providerId="LiveId" clId="{AF294985-2D7C-4623-80BA-44501EAF4652}" dt="2025-11-19T02:40:27.176" v="983" actId="14100"/>
          <ac:picMkLst>
            <pc:docMk/>
            <pc:sldMk cId="2291289384" sldId="343"/>
            <ac:picMk id="9" creationId="{9AB82FF8-47D5-9909-E829-FB16973C5168}"/>
          </ac:picMkLst>
        </pc:picChg>
      </pc:sldChg>
      <pc:sldChg chg="add del">
        <pc:chgData name="one cloud" userId="f84defdc4d042b75" providerId="LiveId" clId="{AF294985-2D7C-4623-80BA-44501EAF4652}" dt="2025-11-18T23:54:58.773" v="718"/>
        <pc:sldMkLst>
          <pc:docMk/>
          <pc:sldMk cId="624165712" sldId="344"/>
        </pc:sldMkLst>
      </pc:sldChg>
      <pc:sldChg chg="addSp delSp modSp add mod">
        <pc:chgData name="one cloud" userId="f84defdc4d042b75" providerId="LiveId" clId="{AF294985-2D7C-4623-80BA-44501EAF4652}" dt="2025-11-19T02:50:17.782" v="1131" actId="20577"/>
        <pc:sldMkLst>
          <pc:docMk/>
          <pc:sldMk cId="1720756775" sldId="344"/>
        </pc:sldMkLst>
        <pc:spChg chg="mod">
          <ac:chgData name="one cloud" userId="f84defdc4d042b75" providerId="LiveId" clId="{AF294985-2D7C-4623-80BA-44501EAF4652}" dt="2025-11-19T02:49:54.923" v="1104" actId="1076"/>
          <ac:spMkLst>
            <pc:docMk/>
            <pc:sldMk cId="1720756775" sldId="344"/>
            <ac:spMk id="4" creationId="{2BED5754-DDA2-8D5C-F5B5-F2D471AC87AA}"/>
          </ac:spMkLst>
        </pc:spChg>
        <pc:spChg chg="add mod">
          <ac:chgData name="one cloud" userId="f84defdc4d042b75" providerId="LiveId" clId="{AF294985-2D7C-4623-80BA-44501EAF4652}" dt="2025-11-19T02:50:17.782" v="1131" actId="20577"/>
          <ac:spMkLst>
            <pc:docMk/>
            <pc:sldMk cId="1720756775" sldId="344"/>
            <ac:spMk id="8" creationId="{0F5748A3-A3A0-4B86-93BA-5C0E2A57DA0F}"/>
          </ac:spMkLst>
        </pc:spChg>
        <pc:spChg chg="del">
          <ac:chgData name="one cloud" userId="f84defdc4d042b75" providerId="LiveId" clId="{AF294985-2D7C-4623-80BA-44501EAF4652}" dt="2025-11-19T02:49:58.302" v="1106" actId="478"/>
          <ac:spMkLst>
            <pc:docMk/>
            <pc:sldMk cId="1720756775" sldId="344"/>
            <ac:spMk id="10" creationId="{578B9C73-D575-C385-CAD0-B49BED50EBDD}"/>
          </ac:spMkLst>
        </pc:spChg>
        <pc:picChg chg="mod">
          <ac:chgData name="one cloud" userId="f84defdc4d042b75" providerId="LiveId" clId="{AF294985-2D7C-4623-80BA-44501EAF4652}" dt="2025-11-19T02:49:56.429" v="1105" actId="1076"/>
          <ac:picMkLst>
            <pc:docMk/>
            <pc:sldMk cId="1720756775" sldId="344"/>
            <ac:picMk id="2" creationId="{B6BAB7A9-2E69-3264-7269-DFAFF75A426E}"/>
          </ac:picMkLst>
        </pc:picChg>
        <pc:picChg chg="del">
          <ac:chgData name="one cloud" userId="f84defdc4d042b75" providerId="LiveId" clId="{AF294985-2D7C-4623-80BA-44501EAF4652}" dt="2025-11-19T02:49:42.255" v="1100" actId="478"/>
          <ac:picMkLst>
            <pc:docMk/>
            <pc:sldMk cId="1720756775" sldId="344"/>
            <ac:picMk id="3" creationId="{88F0AE1B-3C0B-46A9-B77F-1C19C3BF71FA}"/>
          </ac:picMkLst>
        </pc:picChg>
        <pc:picChg chg="add mod">
          <ac:chgData name="one cloud" userId="f84defdc4d042b75" providerId="LiveId" clId="{AF294985-2D7C-4623-80BA-44501EAF4652}" dt="2025-11-19T02:50:00.607" v="1107" actId="1076"/>
          <ac:picMkLst>
            <pc:docMk/>
            <pc:sldMk cId="1720756775" sldId="344"/>
            <ac:picMk id="7" creationId="{98ABAFD3-C7CA-5451-D0BC-6D3531E5FD2A}"/>
          </ac:picMkLst>
        </pc:picChg>
      </pc:sldChg>
      <pc:sldChg chg="add">
        <pc:chgData name="one cloud" userId="f84defdc4d042b75" providerId="LiveId" clId="{AF294985-2D7C-4623-80BA-44501EAF4652}" dt="2025-11-19T02:52:05.250" v="1133" actId="2890"/>
        <pc:sldMkLst>
          <pc:docMk/>
          <pc:sldMk cId="1323794810" sldId="34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11/18/2025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11/18/2025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AB122-4C5B-3D80-F77E-7F8DC92D65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9971B7-AC74-CF71-A01D-FE795F49B4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AF8E06-6710-9D54-C133-92941BA5FD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8AEF19-97DA-A6EF-D381-423776F0FAF2}"/>
              </a:ext>
            </a:extLst>
          </p:cNvPr>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2736188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F571B-EB5D-7720-6593-C2BCB5B57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CE000-9F6F-D857-000E-BC94FFE61C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CB6F38-AC0E-B3E1-C132-CC65064127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F04474-AF3C-63E2-94FF-1C9CEB7E548C}"/>
              </a:ext>
            </a:extLst>
          </p:cNvPr>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3660365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62FCD-2903-8F6D-8725-B91A04E8D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561C8A-B350-0240-40CE-731A668345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65CF87-2395-566A-FABE-FE767E2317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71BC71-5C65-C422-8890-56A72CFE7B27}"/>
              </a:ext>
            </a:extLst>
          </p:cNvPr>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4235468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B5A9E-298B-F0F3-0015-62A07E68E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D4ACC-DAE6-2608-00C0-3114FEB89D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642D58-41FB-7167-6406-D089C1B2D4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A1782B-6F88-6AB6-48FB-AA9807AB5E92}"/>
              </a:ext>
            </a:extLst>
          </p:cNvPr>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1984549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AC584-3392-DDC5-8C8C-F929026B7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D87E4-B328-5834-6883-8ED91EAB2C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D9810-3A91-0465-7446-330DDDAAC1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2CDF45-72F9-226F-C7CE-B0E22C435B84}"/>
              </a:ext>
            </a:extLst>
          </p:cNvPr>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1787704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6F5DB-A357-D807-BBA3-3374D7B69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AA6745-B574-C09B-F03C-63717DBFF3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43DDC1-0E21-158D-1759-77E60B7D34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1CAA08-EE76-1A59-F997-4B01BDFA984E}"/>
              </a:ext>
            </a:extLst>
          </p:cNvPr>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10752012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97D16-4B7F-F1EB-51D4-E80FA24FA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922B8-A586-2E34-BFF3-489B18059A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9F9BBE-CDC8-C5CF-2F83-A59EADCF1C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5E2B39-721D-6FBC-402F-8D0B6653D984}"/>
              </a:ext>
            </a:extLst>
          </p:cNvPr>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11442883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A8659-6304-084A-B46D-6CCD333FC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5906C-C5C5-7C24-A7B6-EB8B81E759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E25AB8-D7E5-42EE-B45E-BCE052BC8E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5FCE80-5F93-B24C-DF19-E112AF28DC21}"/>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28123673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A51D9-A941-8DF9-77D4-B24DAAC7F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031D4D-EC17-7DB8-248D-FA97912F8F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4E4D9-8E81-5981-CBD6-46A9F7DD7E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97685-4FF7-2FD8-5E81-20DC278C0F71}"/>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3374759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3DE74-2180-C478-6ED2-427AF4634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E55E17-8BCF-74EE-0766-F9A1581E41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5B94D-CCB0-2166-72AF-68B928398D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F750EE-6BA5-6C82-5E7C-E2AD7B126D06}"/>
              </a:ext>
            </a:extLst>
          </p:cNvPr>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145343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87CBD-4751-7EF5-723F-8BBB51004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A9F24-4105-C90D-C173-CC9170E781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B41709-C4CD-91FA-C4CD-3AEF1ECDEA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B51CFE-BDAC-A3D7-490D-A8D84D15F7AB}"/>
              </a:ext>
            </a:extLst>
          </p:cNvPr>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4018332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DCE8D-0B8D-E59F-C27B-5D0DCF155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DBFC3E-3503-0943-FF47-3E60F969A1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6CBB45-3C7F-9D41-FE35-895A666BA4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22AB65-97AB-1C7F-6A00-274D5A78B716}"/>
              </a:ext>
            </a:extLst>
          </p:cNvPr>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974138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1AEFF-31DA-A519-0C66-E68257C5E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E8159-A39A-32FC-7547-7D490E834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DE58DF-A6EE-2B8B-37E9-74D632EEA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9E9AC6-4A69-DA01-11C8-050E91331DCC}"/>
              </a:ext>
            </a:extLst>
          </p:cNvPr>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22061203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E5774-229B-1B22-3B80-149B5F5A8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45CFE-515C-FFB6-511B-CACD48392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0F0017-7746-52E1-7AB5-EEF22B159C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DBBA1B-6D7B-AD97-0170-741925D7BDC9}"/>
              </a:ext>
            </a:extLst>
          </p:cNvPr>
          <p:cNvSpPr>
            <a:spLocks noGrp="1"/>
          </p:cNvSpPr>
          <p:nvPr>
            <p:ph type="sldNum" sz="quarter" idx="5"/>
          </p:nvPr>
        </p:nvSpPr>
        <p:spPr/>
        <p:txBody>
          <a:bodyPr/>
          <a:lstStyle/>
          <a:p>
            <a:fld id="{7C366290-4595-5745-A50F-D5EC13BAC604}" type="slidenum">
              <a:rPr lang="en-US" noProof="0" smtClean="0"/>
              <a:t>18</a:t>
            </a:fld>
            <a:endParaRPr lang="en-US" noProof="0" dirty="0"/>
          </a:p>
        </p:txBody>
      </p:sp>
    </p:spTree>
    <p:extLst>
      <p:ext uri="{BB962C8B-B14F-4D97-AF65-F5344CB8AC3E}">
        <p14:creationId xmlns:p14="http://schemas.microsoft.com/office/powerpoint/2010/main" val="20326466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68690-00CC-7F0B-A2D5-D7C12820D9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4B896-9E91-AB12-8E7F-8A43D0F8D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28E1D-A686-F499-FDA4-5DD01E253E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A50E47-CA16-4CF3-7F53-1F640F134B26}"/>
              </a:ext>
            </a:extLst>
          </p:cNvPr>
          <p:cNvSpPr>
            <a:spLocks noGrp="1"/>
          </p:cNvSpPr>
          <p:nvPr>
            <p:ph type="sldNum" sz="quarter" idx="5"/>
          </p:nvPr>
        </p:nvSpPr>
        <p:spPr/>
        <p:txBody>
          <a:bodyPr/>
          <a:lstStyle/>
          <a:p>
            <a:fld id="{7C366290-4595-5745-A50F-D5EC13BAC604}" type="slidenum">
              <a:rPr lang="en-US" noProof="0" smtClean="0"/>
              <a:t>19</a:t>
            </a:fld>
            <a:endParaRPr lang="en-US" noProof="0" dirty="0"/>
          </a:p>
        </p:txBody>
      </p:sp>
    </p:spTree>
    <p:extLst>
      <p:ext uri="{BB962C8B-B14F-4D97-AF65-F5344CB8AC3E}">
        <p14:creationId xmlns:p14="http://schemas.microsoft.com/office/powerpoint/2010/main" val="36290882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7AF5A-1ED6-6D07-7284-6C69B7F040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C27D43-ECFC-0746-33F6-B1B7FF673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64220-47E5-055E-5726-867FF27202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8DE935-0DB7-A0A8-C416-DE3880993176}"/>
              </a:ext>
            </a:extLst>
          </p:cNvPr>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1415722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34F22-8355-05C8-0181-E6EAA2B37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C4469-69E0-3D8D-3960-914F0C9B46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2CA97-FBEE-B162-A880-9A498DCCAF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2AC9F3-D481-52B7-D37C-CD2C28B6DDCC}"/>
              </a:ext>
            </a:extLst>
          </p:cNvPr>
          <p:cNvSpPr>
            <a:spLocks noGrp="1"/>
          </p:cNvSpPr>
          <p:nvPr>
            <p:ph type="sldNum" sz="quarter" idx="5"/>
          </p:nvPr>
        </p:nvSpPr>
        <p:spPr/>
        <p:txBody>
          <a:bodyPr/>
          <a:lstStyle/>
          <a:p>
            <a:fld id="{7C366290-4595-5745-A50F-D5EC13BAC604}" type="slidenum">
              <a:rPr lang="en-US" noProof="0" smtClean="0"/>
              <a:t>21</a:t>
            </a:fld>
            <a:endParaRPr lang="en-US" noProof="0" dirty="0"/>
          </a:p>
        </p:txBody>
      </p:sp>
    </p:spTree>
    <p:extLst>
      <p:ext uri="{BB962C8B-B14F-4D97-AF65-F5344CB8AC3E}">
        <p14:creationId xmlns:p14="http://schemas.microsoft.com/office/powerpoint/2010/main" val="14688836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DA2A3-CF7B-582F-6E80-16B0FBF63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0A0D-2B83-86FE-9E58-252EB81DAD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930641-7FDF-1835-B0BB-969F08114C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BDC5EC-6669-9199-AB2D-8AD6C1F86095}"/>
              </a:ext>
            </a:extLst>
          </p:cNvPr>
          <p:cNvSpPr>
            <a:spLocks noGrp="1"/>
          </p:cNvSpPr>
          <p:nvPr>
            <p:ph type="sldNum" sz="quarter" idx="5"/>
          </p:nvPr>
        </p:nvSpPr>
        <p:spPr/>
        <p:txBody>
          <a:bodyPr/>
          <a:lstStyle/>
          <a:p>
            <a:fld id="{7C366290-4595-5745-A50F-D5EC13BAC604}" type="slidenum">
              <a:rPr lang="en-US" noProof="0" smtClean="0"/>
              <a:t>22</a:t>
            </a:fld>
            <a:endParaRPr lang="en-US" noProof="0" dirty="0"/>
          </a:p>
        </p:txBody>
      </p:sp>
    </p:spTree>
    <p:extLst>
      <p:ext uri="{BB962C8B-B14F-4D97-AF65-F5344CB8AC3E}">
        <p14:creationId xmlns:p14="http://schemas.microsoft.com/office/powerpoint/2010/main" val="35305446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3475A-9E29-BF6F-7D87-842B2ED5E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17BD6-2FCD-30EC-8C91-D402926BB2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E9159-C4B3-8841-28CD-43694F5794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7032F3-240C-FFAB-A0FF-1EA5D6C67168}"/>
              </a:ext>
            </a:extLst>
          </p:cNvPr>
          <p:cNvSpPr>
            <a:spLocks noGrp="1"/>
          </p:cNvSpPr>
          <p:nvPr>
            <p:ph type="sldNum" sz="quarter" idx="5"/>
          </p:nvPr>
        </p:nvSpPr>
        <p:spPr/>
        <p:txBody>
          <a:bodyPr/>
          <a:lstStyle/>
          <a:p>
            <a:fld id="{7C366290-4595-5745-A50F-D5EC13BAC604}" type="slidenum">
              <a:rPr lang="en-US" noProof="0" smtClean="0"/>
              <a:t>23</a:t>
            </a:fld>
            <a:endParaRPr lang="en-US" noProof="0" dirty="0"/>
          </a:p>
        </p:txBody>
      </p:sp>
    </p:spTree>
    <p:extLst>
      <p:ext uri="{BB962C8B-B14F-4D97-AF65-F5344CB8AC3E}">
        <p14:creationId xmlns:p14="http://schemas.microsoft.com/office/powerpoint/2010/main" val="22050897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719E9-8502-5927-5CC0-08EC1C2F0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CE9CF-712B-77FF-E3BE-C25D2F7F93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E547E3-BBD8-F27B-9E68-A4626F85C7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F1B500-8F25-C7A2-D63E-96153F7EBB6A}"/>
              </a:ext>
            </a:extLst>
          </p:cNvPr>
          <p:cNvSpPr>
            <a:spLocks noGrp="1"/>
          </p:cNvSpPr>
          <p:nvPr>
            <p:ph type="sldNum" sz="quarter" idx="5"/>
          </p:nvPr>
        </p:nvSpPr>
        <p:spPr/>
        <p:txBody>
          <a:bodyPr/>
          <a:lstStyle/>
          <a:p>
            <a:fld id="{7C366290-4595-5745-A50F-D5EC13BAC604}" type="slidenum">
              <a:rPr lang="en-US" noProof="0" smtClean="0"/>
              <a:t>24</a:t>
            </a:fld>
            <a:endParaRPr lang="en-US" noProof="0" dirty="0"/>
          </a:p>
        </p:txBody>
      </p:sp>
    </p:spTree>
    <p:extLst>
      <p:ext uri="{BB962C8B-B14F-4D97-AF65-F5344CB8AC3E}">
        <p14:creationId xmlns:p14="http://schemas.microsoft.com/office/powerpoint/2010/main" val="2326276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8C81D-2F78-52D3-A617-463DADB68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51F8E8-5251-D615-89D9-E6ACC1D63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A33D18-BE2F-0447-5D70-87B1392751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EC971B-D31B-A036-77EA-478EF42FE147}"/>
              </a:ext>
            </a:extLst>
          </p:cNvPr>
          <p:cNvSpPr>
            <a:spLocks noGrp="1"/>
          </p:cNvSpPr>
          <p:nvPr>
            <p:ph type="sldNum" sz="quarter" idx="5"/>
          </p:nvPr>
        </p:nvSpPr>
        <p:spPr/>
        <p:txBody>
          <a:bodyPr/>
          <a:lstStyle/>
          <a:p>
            <a:fld id="{7C366290-4595-5745-A50F-D5EC13BAC604}" type="slidenum">
              <a:rPr lang="en-US" noProof="0" smtClean="0"/>
              <a:t>25</a:t>
            </a:fld>
            <a:endParaRPr lang="en-US" noProof="0" dirty="0"/>
          </a:p>
        </p:txBody>
      </p:sp>
    </p:spTree>
    <p:extLst>
      <p:ext uri="{BB962C8B-B14F-4D97-AF65-F5344CB8AC3E}">
        <p14:creationId xmlns:p14="http://schemas.microsoft.com/office/powerpoint/2010/main" val="30939663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EF9F9-03F6-F4FB-F093-034734A29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B0819-FF42-DCCA-50E4-9D1D241394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ADC21-CBCE-9BBB-DD47-106BF3F2B5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6C4D99-D4CB-4CF7-B206-76CBC3807AC4}"/>
              </a:ext>
            </a:extLst>
          </p:cNvPr>
          <p:cNvSpPr>
            <a:spLocks noGrp="1"/>
          </p:cNvSpPr>
          <p:nvPr>
            <p:ph type="sldNum" sz="quarter" idx="5"/>
          </p:nvPr>
        </p:nvSpPr>
        <p:spPr/>
        <p:txBody>
          <a:bodyPr/>
          <a:lstStyle/>
          <a:p>
            <a:fld id="{7C366290-4595-5745-A50F-D5EC13BAC604}" type="slidenum">
              <a:rPr lang="en-US" noProof="0" smtClean="0"/>
              <a:t>26</a:t>
            </a:fld>
            <a:endParaRPr lang="en-US" noProof="0" dirty="0"/>
          </a:p>
        </p:txBody>
      </p:sp>
    </p:spTree>
    <p:extLst>
      <p:ext uri="{BB962C8B-B14F-4D97-AF65-F5344CB8AC3E}">
        <p14:creationId xmlns:p14="http://schemas.microsoft.com/office/powerpoint/2010/main" val="2674919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D5286-49FE-B33B-E872-37EE68A38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98AF92-AC04-B50E-6F61-DFD41BD35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56D264-6B7B-967A-0FE3-ED686E1CD3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5AE613-440E-326D-D7B8-1B7FCB95038E}"/>
              </a:ext>
            </a:extLst>
          </p:cNvPr>
          <p:cNvSpPr>
            <a:spLocks noGrp="1"/>
          </p:cNvSpPr>
          <p:nvPr>
            <p:ph type="sldNum" sz="quarter" idx="5"/>
          </p:nvPr>
        </p:nvSpPr>
        <p:spPr/>
        <p:txBody>
          <a:bodyPr/>
          <a:lstStyle/>
          <a:p>
            <a:fld id="{7C366290-4595-5745-A50F-D5EC13BAC604}" type="slidenum">
              <a:rPr lang="en-US" noProof="0" smtClean="0"/>
              <a:t>27</a:t>
            </a:fld>
            <a:endParaRPr lang="en-US" noProof="0" dirty="0"/>
          </a:p>
        </p:txBody>
      </p:sp>
    </p:spTree>
    <p:extLst>
      <p:ext uri="{BB962C8B-B14F-4D97-AF65-F5344CB8AC3E}">
        <p14:creationId xmlns:p14="http://schemas.microsoft.com/office/powerpoint/2010/main" val="37018011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2343A-DBE7-26E9-3004-321F5D5BF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973ED-9BA2-ECFB-121F-E76F1E106E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63705B-4682-6EB8-7B51-3A7A3C8EEC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6225BA-6EA5-210E-897F-83A083D8BAF8}"/>
              </a:ext>
            </a:extLst>
          </p:cNvPr>
          <p:cNvSpPr>
            <a:spLocks noGrp="1"/>
          </p:cNvSpPr>
          <p:nvPr>
            <p:ph type="sldNum" sz="quarter" idx="5"/>
          </p:nvPr>
        </p:nvSpPr>
        <p:spPr/>
        <p:txBody>
          <a:bodyPr/>
          <a:lstStyle/>
          <a:p>
            <a:fld id="{7C366290-4595-5745-A50F-D5EC13BAC604}" type="slidenum">
              <a:rPr lang="en-US" noProof="0" smtClean="0"/>
              <a:t>28</a:t>
            </a:fld>
            <a:endParaRPr lang="en-US" noProof="0" dirty="0"/>
          </a:p>
        </p:txBody>
      </p:sp>
    </p:spTree>
    <p:extLst>
      <p:ext uri="{BB962C8B-B14F-4D97-AF65-F5344CB8AC3E}">
        <p14:creationId xmlns:p14="http://schemas.microsoft.com/office/powerpoint/2010/main" val="29490250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4BFC5-C4E7-862C-FDF2-F146C8C40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D22233-500C-D079-19B2-C4363F92EC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C08923-F99E-1004-DCF6-C39CA89204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741A7A-2CF6-4D8B-0FC3-8C5254D278CF}"/>
              </a:ext>
            </a:extLst>
          </p:cNvPr>
          <p:cNvSpPr>
            <a:spLocks noGrp="1"/>
          </p:cNvSpPr>
          <p:nvPr>
            <p:ph type="sldNum" sz="quarter" idx="5"/>
          </p:nvPr>
        </p:nvSpPr>
        <p:spPr/>
        <p:txBody>
          <a:bodyPr/>
          <a:lstStyle/>
          <a:p>
            <a:fld id="{7C366290-4595-5745-A50F-D5EC13BAC604}" type="slidenum">
              <a:rPr lang="en-US" noProof="0" smtClean="0"/>
              <a:t>29</a:t>
            </a:fld>
            <a:endParaRPr lang="en-US" noProof="0" dirty="0"/>
          </a:p>
        </p:txBody>
      </p:sp>
    </p:spTree>
    <p:extLst>
      <p:ext uri="{BB962C8B-B14F-4D97-AF65-F5344CB8AC3E}">
        <p14:creationId xmlns:p14="http://schemas.microsoft.com/office/powerpoint/2010/main" val="12179080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4DC58-5B0F-ADBD-E551-4F994F411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203C0F-4CB5-150F-8813-811A4F61AE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CE99C3-F437-7C8E-E819-2B5E9BBB58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47A0FB-BA0D-EA8D-D42F-F8A37232CD7D}"/>
              </a:ext>
            </a:extLst>
          </p:cNvPr>
          <p:cNvSpPr>
            <a:spLocks noGrp="1"/>
          </p:cNvSpPr>
          <p:nvPr>
            <p:ph type="sldNum" sz="quarter" idx="5"/>
          </p:nvPr>
        </p:nvSpPr>
        <p:spPr/>
        <p:txBody>
          <a:bodyPr/>
          <a:lstStyle/>
          <a:p>
            <a:fld id="{7C366290-4595-5745-A50F-D5EC13BAC604}" type="slidenum">
              <a:rPr lang="en-US" noProof="0" smtClean="0"/>
              <a:t>30</a:t>
            </a:fld>
            <a:endParaRPr lang="en-US" noProof="0" dirty="0"/>
          </a:p>
        </p:txBody>
      </p:sp>
    </p:spTree>
    <p:extLst>
      <p:ext uri="{BB962C8B-B14F-4D97-AF65-F5344CB8AC3E}">
        <p14:creationId xmlns:p14="http://schemas.microsoft.com/office/powerpoint/2010/main" val="32709163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B13AE-BAFF-CBC7-49B9-5CB77C93EB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7E50D-AAE3-06FF-F5E7-5C61C31DAB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5EC86-C6C9-3DC6-B60E-48B009D122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7FAA4F-BCD9-7A41-B3C8-5EB46AAE33EC}"/>
              </a:ext>
            </a:extLst>
          </p:cNvPr>
          <p:cNvSpPr>
            <a:spLocks noGrp="1"/>
          </p:cNvSpPr>
          <p:nvPr>
            <p:ph type="sldNum" sz="quarter" idx="5"/>
          </p:nvPr>
        </p:nvSpPr>
        <p:spPr/>
        <p:txBody>
          <a:bodyPr/>
          <a:lstStyle/>
          <a:p>
            <a:fld id="{7C366290-4595-5745-A50F-D5EC13BAC604}" type="slidenum">
              <a:rPr lang="en-US" noProof="0" smtClean="0"/>
              <a:t>31</a:t>
            </a:fld>
            <a:endParaRPr lang="en-US" noProof="0" dirty="0"/>
          </a:p>
        </p:txBody>
      </p:sp>
    </p:spTree>
    <p:extLst>
      <p:ext uri="{BB962C8B-B14F-4D97-AF65-F5344CB8AC3E}">
        <p14:creationId xmlns:p14="http://schemas.microsoft.com/office/powerpoint/2010/main" val="10725996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32</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807067" y="304800"/>
            <a:ext cx="10360152" cy="1404257"/>
          </a:xfrm>
          <a:solidFill>
            <a:schemeClr val="accent3">
              <a:lumMod val="60000"/>
              <a:lumOff val="40000"/>
            </a:schemeClr>
          </a:solidFill>
        </p:spPr>
        <p:txBody>
          <a:bodyPr anchor="ctr"/>
          <a:lstStyle/>
          <a:p>
            <a:r>
              <a:rPr lang="en-GB" sz="3600" b="1">
                <a:latin typeface="Times New Roman" panose="02020603050405020304" pitchFamily="18" charset="0"/>
                <a:cs typeface="Times New Roman" panose="02020603050405020304" pitchFamily="18" charset="0"/>
              </a:rPr>
              <a:t>Analysis, Design and Development of a Healthcare Patient Information Management System</a:t>
            </a:r>
            <a:endParaRPr lang="en-US" sz="3600" b="1" dirty="0">
              <a:latin typeface="Times New Roman" panose="02020603050405020304" pitchFamily="18" charset="0"/>
              <a:cs typeface="Times New Roman" panose="02020603050405020304" pitchFamily="18" charset="0"/>
            </a:endParaRPr>
          </a:p>
        </p:txBody>
      </p:sp>
      <p:sp>
        <p:nvSpPr>
          <p:cNvPr id="5" name="Title 2">
            <a:extLst>
              <a:ext uri="{FF2B5EF4-FFF2-40B4-BE49-F238E27FC236}">
                <a16:creationId xmlns:a16="http://schemas.microsoft.com/office/drawing/2014/main" id="{D474E48B-853B-4C3A-FD8B-E5A6C164BD24}"/>
              </a:ext>
            </a:extLst>
          </p:cNvPr>
          <p:cNvSpPr txBox="1">
            <a:spLocks/>
          </p:cNvSpPr>
          <p:nvPr/>
        </p:nvSpPr>
        <p:spPr>
          <a:xfrm>
            <a:off x="5313751" y="3145971"/>
            <a:ext cx="5158305" cy="2133600"/>
          </a:xfrm>
          <a:prstGeom prst="rect">
            <a:avLst/>
          </a:prstGeom>
          <a:noFill/>
        </p:spPr>
        <p:txBody>
          <a:bodyPr vert="horz" lIns="91440" tIns="45720" rIns="91440" bIns="45720" rtlCol="0" anchor="ctr">
            <a:noAutofit/>
          </a:bodyPr>
          <a:lstStyle>
            <a:lvl1pPr algn="ctr" defTabSz="914400" rtl="0" eaLnBrk="1" latinLnBrk="0" hangingPunct="1">
              <a:lnSpc>
                <a:spcPct val="90000"/>
              </a:lnSpc>
              <a:spcBef>
                <a:spcPct val="0"/>
              </a:spcBef>
              <a:buNone/>
              <a:defRPr sz="4800" kern="1200">
                <a:solidFill>
                  <a:schemeClr val="tx1"/>
                </a:solidFill>
                <a:latin typeface="+mj-lt"/>
                <a:ea typeface="+mj-ea"/>
                <a:cs typeface="+mj-cs"/>
              </a:defRPr>
            </a:lvl1pPr>
          </a:lstStyle>
          <a:p>
            <a:pPr algn="l"/>
            <a:r>
              <a:rPr lang="en-GB" sz="2400" b="1" kern="100">
                <a:latin typeface="Aptos" panose="020B0004020202020204" pitchFamily="34" charset="0"/>
                <a:ea typeface="Aptos" panose="020B0004020202020204" pitchFamily="34" charset="0"/>
                <a:cs typeface="Times New Roman" panose="02020603050405020304" pitchFamily="18" charset="0"/>
              </a:rPr>
              <a:t>Group Members:</a:t>
            </a:r>
            <a:endParaRPr lang="en-US" sz="2400" b="1" kern="100">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a:buFont typeface="+mj-lt"/>
              <a:buAutoNum type="arabicParenR"/>
            </a:pPr>
            <a:r>
              <a:rPr lang="en-GB" sz="2400" b="1" kern="100">
                <a:latin typeface="Aptos" panose="020B0004020202020204" pitchFamily="34" charset="0"/>
                <a:ea typeface="Aptos" panose="020B0004020202020204" pitchFamily="34" charset="0"/>
                <a:cs typeface="Times New Roman" panose="02020603050405020304" pitchFamily="18" charset="0"/>
              </a:rPr>
              <a:t>Akarsha Bohath 	(999904211)</a:t>
            </a:r>
            <a:endParaRPr lang="en-US" sz="2400" b="1" kern="100">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a:buFont typeface="+mj-lt"/>
              <a:buAutoNum type="arabicParenR"/>
            </a:pPr>
            <a:r>
              <a:rPr lang="en-GB" sz="2400" b="1" kern="100">
                <a:latin typeface="Aptos" panose="020B0004020202020204" pitchFamily="34" charset="0"/>
                <a:ea typeface="Aptos" panose="020B0004020202020204" pitchFamily="34" charset="0"/>
                <a:cs typeface="Times New Roman" panose="02020603050405020304" pitchFamily="18" charset="0"/>
              </a:rPr>
              <a:t>Pragya Chand 	(999903841)</a:t>
            </a:r>
          </a:p>
          <a:p>
            <a:pPr marL="342900" marR="0" lvl="0" indent="-342900" algn="l">
              <a:buFont typeface="+mj-lt"/>
              <a:buAutoNum type="arabicParenR"/>
            </a:pPr>
            <a:endParaRPr lang="en-GB" sz="2400" b="1" kern="100">
              <a:latin typeface="Aptos" panose="020B0004020202020204" pitchFamily="34" charset="0"/>
              <a:ea typeface="Aptos" panose="020B0004020202020204" pitchFamily="34" charset="0"/>
              <a:cs typeface="Times New Roman" panose="02020603050405020304" pitchFamily="18" charset="0"/>
            </a:endParaRPr>
          </a:p>
          <a:p>
            <a:pPr algn="l"/>
            <a:r>
              <a:rPr lang="en-US" sz="2400" b="1"/>
              <a:t>Prof: Md Hasanuzzaman</a:t>
            </a:r>
          </a:p>
          <a:p>
            <a:pPr marL="342900" marR="0" lvl="0" indent="-342900" algn="l">
              <a:buFont typeface="+mj-lt"/>
              <a:buAutoNum type="arabicParenR"/>
            </a:pPr>
            <a:endParaRPr lang="en-US" sz="2400" b="1" kern="100" dirty="0">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914400" y="228600"/>
            <a:ext cx="7534656" cy="849086"/>
          </a:xfrm>
        </p:spPr>
        <p:txBody>
          <a:bodyPr/>
          <a:lstStyle/>
          <a:p>
            <a:r>
              <a:rPr lang="en-US" dirty="0"/>
              <a:t>Project Description</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399" y="1208315"/>
            <a:ext cx="10101943" cy="5018314"/>
          </a:xfrm>
        </p:spPr>
        <p:txBody>
          <a:bodyPr>
            <a:normAutofit/>
          </a:bodyPr>
          <a:lstStyle/>
          <a:p>
            <a:pPr marL="0" indent="0" algn="just">
              <a:buNone/>
            </a:pPr>
            <a:r>
              <a:rPr lang="en-GB" sz="2800" dirty="0">
                <a:latin typeface="Times New Roman" panose="02020603050405020304" pitchFamily="18" charset="0"/>
                <a:cs typeface="Times New Roman" panose="02020603050405020304" pitchFamily="18" charset="0"/>
              </a:rPr>
              <a:t>The Healthcare Patient Management System (HPMS) enables medical facilities to organize patient information and monitor healthcare activities effectively. Healthcare professionals including Patients, Doctors, Nurses, and System Administrators access the platform continuously. New user complete registration by creating accounts and updating personal information including Username, Date of birth, Email, and Phone Number. Authentication requires valid login credentials with Username and password verification. The platform incorporates comprehensive input validation ensuring data integrity by confirming credential authenticity, proper email formatting, phone validation, and complete patient/appointment data.</a:t>
            </a:r>
            <a:endParaRPr lang="en-US" sz="28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277C2-CD0C-286C-C77E-8635ABFB3E6C}"/>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DF851DF4-678D-B5B4-A892-7DDBACF82735}"/>
              </a:ext>
            </a:extLst>
          </p:cNvPr>
          <p:cNvSpPr>
            <a:spLocks noGrp="1"/>
          </p:cNvSpPr>
          <p:nvPr>
            <p:ph type="title"/>
          </p:nvPr>
        </p:nvSpPr>
        <p:spPr>
          <a:xfrm>
            <a:off x="914400" y="228600"/>
            <a:ext cx="7534656" cy="849086"/>
          </a:xfrm>
        </p:spPr>
        <p:txBody>
          <a:bodyPr/>
          <a:lstStyle/>
          <a:p>
            <a:r>
              <a:rPr lang="en-US" dirty="0"/>
              <a:t>Project Description</a:t>
            </a:r>
          </a:p>
        </p:txBody>
      </p:sp>
      <p:sp>
        <p:nvSpPr>
          <p:cNvPr id="8" name="Content Placeholder 7">
            <a:extLst>
              <a:ext uri="{FF2B5EF4-FFF2-40B4-BE49-F238E27FC236}">
                <a16:creationId xmlns:a16="http://schemas.microsoft.com/office/drawing/2014/main" id="{D40129DE-8B50-3E32-4EEE-154139DE06E4}"/>
              </a:ext>
            </a:extLst>
          </p:cNvPr>
          <p:cNvSpPr>
            <a:spLocks noGrp="1"/>
          </p:cNvSpPr>
          <p:nvPr>
            <p:ph sz="quarter" idx="10"/>
          </p:nvPr>
        </p:nvSpPr>
        <p:spPr>
          <a:xfrm>
            <a:off x="914399" y="1197429"/>
            <a:ext cx="10101943" cy="5018314"/>
          </a:xfrm>
        </p:spPr>
        <p:txBody>
          <a:bodyPr>
            <a:normAutofit/>
          </a:bodyPr>
          <a:lstStyle/>
          <a:p>
            <a:pPr marL="0" indent="0" algn="just">
              <a:buNone/>
            </a:pPr>
            <a:r>
              <a:rPr lang="en-GB" sz="2800" dirty="0">
                <a:latin typeface="Times New Roman" panose="02020603050405020304" pitchFamily="18" charset="0"/>
                <a:cs typeface="Times New Roman" panose="02020603050405020304" pitchFamily="18" charset="0"/>
              </a:rPr>
              <a:t>Patient records, appointments, and prescriptions will be managed by Doctors and Nurses, who can add, update, and track patient history and treatment details. These updated records will be used to generate patient summaries and appointment schedules. All user and patient data will be stored in a database. Users can log in at any time to view personal records, upcoming appointments, prescriptions, and medical history. They can also update their profiles and track interactions with medical staff. Authorized Doctors, Nurses, and Administrators can run the application and generate comprehensive reports including patient visits, treatment statistics, prescription history, and billing information in PDF format, which can be reviewed and distributed for hospital management and auditing purposes.</a:t>
            </a:r>
            <a:endParaRPr lang="en-US" sz="28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62EBC838-D603-80C0-9AC6-FEEEDAAA36F8}"/>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3834730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p:txBody>
          <a:bodyPr/>
          <a:lstStyle/>
          <a:p>
            <a:r>
              <a:rPr lang="en-US" dirty="0"/>
              <a:t>List of stakeholders</a:t>
            </a:r>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914400" y="2039112"/>
            <a:ext cx="5181600" cy="3877055"/>
          </a:xfrm>
        </p:spPr>
        <p:txBody>
          <a:bodyPr/>
          <a:lstStyle/>
          <a:p>
            <a:pPr lvl="0"/>
            <a:r>
              <a:rPr lang="en-GB" b="1" dirty="0"/>
              <a:t>Active Stakeholders</a:t>
            </a:r>
          </a:p>
          <a:p>
            <a:pPr lvl="0"/>
            <a:endParaRPr lang="en-US" dirty="0"/>
          </a:p>
          <a:p>
            <a:pPr marL="342900" lvl="0" indent="-342900">
              <a:buFont typeface="Arial" panose="020B0604020202020204" pitchFamily="34" charset="0"/>
              <a:buChar char="•"/>
            </a:pPr>
            <a:r>
              <a:rPr lang="en-GB" b="1" dirty="0"/>
              <a:t>Patients : </a:t>
            </a:r>
            <a:r>
              <a:rPr lang="en-GB" dirty="0"/>
              <a:t>Register, book appointments, view records</a:t>
            </a:r>
            <a:endParaRPr lang="en-US" dirty="0"/>
          </a:p>
          <a:p>
            <a:pPr marL="342900" lvl="0" indent="-342900">
              <a:buFont typeface="Arial" panose="020B0604020202020204" pitchFamily="34" charset="0"/>
              <a:buChar char="•"/>
            </a:pPr>
            <a:r>
              <a:rPr lang="en-GB" b="1" dirty="0"/>
              <a:t>Doctors: </a:t>
            </a:r>
            <a:r>
              <a:rPr lang="en-GB" dirty="0"/>
              <a:t>Manage patient records, prescribe treatments</a:t>
            </a:r>
            <a:endParaRPr lang="en-US" dirty="0"/>
          </a:p>
          <a:p>
            <a:pPr marL="342900" lvl="0" indent="-342900">
              <a:buFont typeface="Arial" panose="020B0604020202020204" pitchFamily="34" charset="0"/>
              <a:buChar char="•"/>
            </a:pPr>
            <a:r>
              <a:rPr lang="en-GB" b="1" dirty="0"/>
              <a:t>Nurses: </a:t>
            </a:r>
            <a:r>
              <a:rPr lang="en-GB" dirty="0"/>
              <a:t>Update records, assist in patient care</a:t>
            </a:r>
            <a:endParaRPr lang="en-US" dirty="0"/>
          </a:p>
          <a:p>
            <a:pPr marL="342900" lvl="0" indent="-342900">
              <a:buFont typeface="Arial" panose="020B0604020202020204" pitchFamily="34" charset="0"/>
              <a:buChar char="•"/>
            </a:pPr>
            <a:r>
              <a:rPr lang="en-GB" b="1" dirty="0"/>
              <a:t>System Administrators</a:t>
            </a:r>
            <a:r>
              <a:rPr lang="en-GB" dirty="0"/>
              <a:t>: Ensure system functionality, reports</a:t>
            </a:r>
            <a:endParaRPr lang="en-US" dirty="0"/>
          </a:p>
        </p:txBody>
      </p:sp>
      <p:sp>
        <p:nvSpPr>
          <p:cNvPr id="17" name="Content Placeholder 16">
            <a:extLst>
              <a:ext uri="{FF2B5EF4-FFF2-40B4-BE49-F238E27FC236}">
                <a16:creationId xmlns:a16="http://schemas.microsoft.com/office/drawing/2014/main" id="{2F3CEF66-C6D7-C765-24E7-1DCFB38FE51A}"/>
              </a:ext>
            </a:extLst>
          </p:cNvPr>
          <p:cNvSpPr>
            <a:spLocks noGrp="1"/>
          </p:cNvSpPr>
          <p:nvPr>
            <p:ph sz="quarter" idx="12"/>
          </p:nvPr>
        </p:nvSpPr>
        <p:spPr>
          <a:xfrm>
            <a:off x="6357747" y="2039112"/>
            <a:ext cx="5834253" cy="3877055"/>
          </a:xfrm>
        </p:spPr>
        <p:txBody>
          <a:bodyPr>
            <a:normAutofit/>
          </a:bodyPr>
          <a:lstStyle/>
          <a:p>
            <a:pPr lvl="0"/>
            <a:r>
              <a:rPr lang="en-GB" b="1" dirty="0"/>
              <a:t>Passive Stakeholders</a:t>
            </a:r>
          </a:p>
          <a:p>
            <a:pPr marL="342900" lvl="0" indent="-342900">
              <a:buFont typeface="Arial" panose="020B0604020202020204" pitchFamily="34" charset="0"/>
              <a:buChar char="•"/>
            </a:pPr>
            <a:endParaRPr lang="en-US" dirty="0"/>
          </a:p>
          <a:p>
            <a:pPr marL="342900" lvl="0" indent="-342900">
              <a:buFont typeface="Arial" panose="020B0604020202020204" pitchFamily="34" charset="0"/>
              <a:buChar char="•"/>
            </a:pPr>
            <a:r>
              <a:rPr lang="en-GB" b="1" dirty="0"/>
              <a:t>Hospital Management</a:t>
            </a:r>
            <a:r>
              <a:rPr lang="en-GB" dirty="0"/>
              <a:t>: who do not work in the system</a:t>
            </a:r>
            <a:endParaRPr lang="en-US" dirty="0"/>
          </a:p>
          <a:p>
            <a:pPr marL="342900" lvl="0" indent="-342900">
              <a:buFont typeface="Arial" panose="020B0604020202020204" pitchFamily="34" charset="0"/>
              <a:buChar char="•"/>
            </a:pPr>
            <a:r>
              <a:rPr lang="en-GB" b="1" dirty="0"/>
              <a:t>Insurance Providers</a:t>
            </a:r>
            <a:r>
              <a:rPr lang="en-GB" dirty="0"/>
              <a:t>: Insurance providers who need patient records</a:t>
            </a:r>
            <a:endParaRPr lang="en-US"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4230106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783771" y="326571"/>
            <a:ext cx="10360152" cy="914400"/>
          </a:xfrm>
        </p:spPr>
        <p:txBody>
          <a:bodyPr/>
          <a:lstStyle/>
          <a:p>
            <a:r>
              <a:rPr lang="en-US" dirty="0"/>
              <a:t>List of the major functions/processes</a:t>
            </a:r>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sp>
        <p:nvSpPr>
          <p:cNvPr id="8" name="TextBox 7">
            <a:extLst>
              <a:ext uri="{FF2B5EF4-FFF2-40B4-BE49-F238E27FC236}">
                <a16:creationId xmlns:a16="http://schemas.microsoft.com/office/drawing/2014/main" id="{8B635EF3-351D-DE20-6B16-D786222DFC44}"/>
              </a:ext>
            </a:extLst>
          </p:cNvPr>
          <p:cNvSpPr txBox="1"/>
          <p:nvPr/>
        </p:nvSpPr>
        <p:spPr>
          <a:xfrm>
            <a:off x="1807027" y="1740813"/>
            <a:ext cx="7293429" cy="4471032"/>
          </a:xfrm>
          <a:prstGeom prst="rect">
            <a:avLst/>
          </a:prstGeom>
          <a:noFill/>
        </p:spPr>
        <p:txBody>
          <a:bodyPr wrap="square">
            <a:spAutoFit/>
          </a:bodyPr>
          <a:lstStyle/>
          <a:p>
            <a:pPr marL="342900" marR="0" lvl="0" indent="-342900" algn="just">
              <a:lnSpc>
                <a:spcPct val="150000"/>
              </a:lnSpc>
              <a:buSzPts val="1000"/>
              <a:buFont typeface="+mj-lt"/>
              <a:buAutoNum type="arabicPeriod"/>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User Registration (All Users)</a:t>
            </a:r>
          </a:p>
          <a:p>
            <a:pPr marL="342900" marR="0" lvl="0" indent="-342900" algn="just">
              <a:lnSpc>
                <a:spcPct val="150000"/>
              </a:lnSpc>
              <a:buSzPts val="1000"/>
              <a:buFont typeface="+mj-lt"/>
              <a:buAutoNum type="arabicPeriod"/>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Login &amp; Authentication (All Users)</a:t>
            </a:r>
          </a:p>
          <a:p>
            <a:pPr marL="342900" marR="0" lvl="0" indent="-342900" algn="just">
              <a:lnSpc>
                <a:spcPct val="150000"/>
              </a:lnSpc>
              <a:buSzPts val="1000"/>
              <a:buFont typeface="+mj-lt"/>
              <a:buAutoNum type="arabicPeriod"/>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Profile Management (All Users)</a:t>
            </a:r>
          </a:p>
          <a:p>
            <a:pPr marL="342900" marR="0" lvl="0" indent="-342900" algn="just">
              <a:lnSpc>
                <a:spcPct val="150000"/>
              </a:lnSpc>
              <a:buSzPts val="1000"/>
              <a:buFont typeface="+mj-lt"/>
              <a:buAutoNum type="arabicPeriod"/>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Appointment Management (Patient, Doctor, Nurse)</a:t>
            </a:r>
          </a:p>
          <a:p>
            <a:pPr marL="342900" marR="0" lvl="0" indent="-342900" algn="just">
              <a:lnSpc>
                <a:spcPct val="150000"/>
              </a:lnSpc>
              <a:buSzPts val="1000"/>
              <a:buFont typeface="+mj-lt"/>
              <a:buAutoNum type="arabicPeriod"/>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Patient Record Management (Doctor, Nurse)</a:t>
            </a:r>
          </a:p>
          <a:p>
            <a:pPr marL="342900" marR="0" lvl="0" indent="-342900" algn="just">
              <a:lnSpc>
                <a:spcPct val="150000"/>
              </a:lnSpc>
              <a:buSzPts val="1000"/>
              <a:buFont typeface="+mj-lt"/>
              <a:buAutoNum type="arabicPeriod"/>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Prescription Management (Doctor)</a:t>
            </a:r>
          </a:p>
          <a:p>
            <a:pPr marL="342900" marR="0" lvl="0" indent="-342900" algn="just">
              <a:lnSpc>
                <a:spcPct val="150000"/>
              </a:lnSpc>
              <a:buSzPts val="1000"/>
              <a:buFont typeface="+mj-lt"/>
              <a:buAutoNum type="arabicPeriod"/>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Report Generation (Doctor, Nurse, Admin)</a:t>
            </a:r>
          </a:p>
          <a:p>
            <a:pPr marL="342900" marR="0" lvl="0" indent="-342900" algn="just">
              <a:lnSpc>
                <a:spcPct val="150000"/>
              </a:lnSpc>
              <a:buSzPts val="1000"/>
              <a:buFont typeface="+mj-lt"/>
              <a:buAutoNum type="arabicPeriod"/>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User management and Administration (Admin)</a:t>
            </a:r>
          </a:p>
        </p:txBody>
      </p:sp>
    </p:spTree>
    <p:extLst>
      <p:ext uri="{BB962C8B-B14F-4D97-AF65-F5344CB8AC3E}">
        <p14:creationId xmlns:p14="http://schemas.microsoft.com/office/powerpoint/2010/main" val="3748348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4EBAA-96DC-EE65-A571-CE275F40ECC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01D9870-AE39-FA85-BE3B-61A5F89897FA}"/>
              </a:ext>
            </a:extLst>
          </p:cNvPr>
          <p:cNvSpPr>
            <a:spLocks noGrp="1"/>
          </p:cNvSpPr>
          <p:nvPr>
            <p:ph type="title"/>
          </p:nvPr>
        </p:nvSpPr>
        <p:spPr>
          <a:xfrm>
            <a:off x="783771" y="326571"/>
            <a:ext cx="10360152" cy="511629"/>
          </a:xfrm>
        </p:spPr>
        <p:txBody>
          <a:bodyPr/>
          <a:lstStyle/>
          <a:p>
            <a:r>
              <a:rPr lang="en-US" dirty="0"/>
              <a:t>Use Case Diagram for all active Stakeholders</a:t>
            </a:r>
          </a:p>
        </p:txBody>
      </p:sp>
      <p:sp>
        <p:nvSpPr>
          <p:cNvPr id="5" name="Slide Number Placeholder 4">
            <a:extLst>
              <a:ext uri="{FF2B5EF4-FFF2-40B4-BE49-F238E27FC236}">
                <a16:creationId xmlns:a16="http://schemas.microsoft.com/office/drawing/2014/main" id="{40AF51ED-F971-85EB-EDA4-E1994570E2C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pic>
        <p:nvPicPr>
          <p:cNvPr id="3" name="Picture 2" descr="A diagram of a medical procedure&#10;&#10;AI-generated content may be incorrect.">
            <a:extLst>
              <a:ext uri="{FF2B5EF4-FFF2-40B4-BE49-F238E27FC236}">
                <a16:creationId xmlns:a16="http://schemas.microsoft.com/office/drawing/2014/main" id="{D9363A1A-4E50-7BEF-7048-08D93D1A32B4}"/>
              </a:ext>
            </a:extLst>
          </p:cNvPr>
          <p:cNvPicPr>
            <a:picLocks noChangeAspect="1"/>
          </p:cNvPicPr>
          <p:nvPr/>
        </p:nvPicPr>
        <p:blipFill>
          <a:blip r:embed="rId3"/>
          <a:stretch>
            <a:fillRect/>
          </a:stretch>
        </p:blipFill>
        <p:spPr>
          <a:xfrm>
            <a:off x="1725340" y="838199"/>
            <a:ext cx="8191546" cy="5545147"/>
          </a:xfrm>
          <a:prstGeom prst="rect">
            <a:avLst/>
          </a:prstGeom>
        </p:spPr>
      </p:pic>
    </p:spTree>
    <p:extLst>
      <p:ext uri="{BB962C8B-B14F-4D97-AF65-F5344CB8AC3E}">
        <p14:creationId xmlns:p14="http://schemas.microsoft.com/office/powerpoint/2010/main" val="2697452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40226-A354-72B1-BF9D-0EE0B771E261}"/>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AD833FBC-213A-3F4D-D2D7-CBEA78B779DE}"/>
              </a:ext>
            </a:extLst>
          </p:cNvPr>
          <p:cNvSpPr>
            <a:spLocks noGrp="1"/>
          </p:cNvSpPr>
          <p:nvPr>
            <p:ph type="title"/>
          </p:nvPr>
        </p:nvSpPr>
        <p:spPr>
          <a:xfrm>
            <a:off x="783771" y="326571"/>
            <a:ext cx="10360152" cy="381000"/>
          </a:xfrm>
        </p:spPr>
        <p:txBody>
          <a:bodyPr/>
          <a:lstStyle/>
          <a:p>
            <a:r>
              <a:rPr lang="en-US" dirty="0"/>
              <a:t>Level-2 Data flow diagram</a:t>
            </a:r>
          </a:p>
        </p:txBody>
      </p:sp>
      <p:sp>
        <p:nvSpPr>
          <p:cNvPr id="5" name="Slide Number Placeholder 4">
            <a:extLst>
              <a:ext uri="{FF2B5EF4-FFF2-40B4-BE49-F238E27FC236}">
                <a16:creationId xmlns:a16="http://schemas.microsoft.com/office/drawing/2014/main" id="{65A890DF-BAD7-85A1-1FAA-DCDA1A1395DD}"/>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pic>
        <p:nvPicPr>
          <p:cNvPr id="3" name="Picture 2" descr="A diagram of a data flow&#10;&#10;AI-generated content may be incorrect.">
            <a:extLst>
              <a:ext uri="{FF2B5EF4-FFF2-40B4-BE49-F238E27FC236}">
                <a16:creationId xmlns:a16="http://schemas.microsoft.com/office/drawing/2014/main" id="{6A044529-84CC-A340-593F-2FFAF9C21538}"/>
              </a:ext>
            </a:extLst>
          </p:cNvPr>
          <p:cNvPicPr>
            <a:picLocks noChangeAspect="1"/>
          </p:cNvPicPr>
          <p:nvPr/>
        </p:nvPicPr>
        <p:blipFill>
          <a:blip r:embed="rId3"/>
          <a:stretch>
            <a:fillRect/>
          </a:stretch>
        </p:blipFill>
        <p:spPr>
          <a:xfrm>
            <a:off x="1545773" y="765897"/>
            <a:ext cx="8251370" cy="5993895"/>
          </a:xfrm>
          <a:prstGeom prst="rect">
            <a:avLst/>
          </a:prstGeom>
        </p:spPr>
      </p:pic>
    </p:spTree>
    <p:extLst>
      <p:ext uri="{BB962C8B-B14F-4D97-AF65-F5344CB8AC3E}">
        <p14:creationId xmlns:p14="http://schemas.microsoft.com/office/powerpoint/2010/main" val="1613741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A28E2-0FC8-E86D-2A67-BED511263AA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D4D53CF-19C2-9610-A355-D3EFB93901EF}"/>
              </a:ext>
            </a:extLst>
          </p:cNvPr>
          <p:cNvSpPr>
            <a:spLocks noGrp="1"/>
          </p:cNvSpPr>
          <p:nvPr>
            <p:ph type="title"/>
          </p:nvPr>
        </p:nvSpPr>
        <p:spPr>
          <a:xfrm>
            <a:off x="783771" y="326571"/>
            <a:ext cx="10360152" cy="424543"/>
          </a:xfrm>
        </p:spPr>
        <p:txBody>
          <a:bodyPr/>
          <a:lstStyle/>
          <a:p>
            <a:r>
              <a:rPr lang="en-US" dirty="0"/>
              <a:t>CRC Model diagrams</a:t>
            </a:r>
          </a:p>
        </p:txBody>
      </p:sp>
      <p:sp>
        <p:nvSpPr>
          <p:cNvPr id="5" name="Slide Number Placeholder 4">
            <a:extLst>
              <a:ext uri="{FF2B5EF4-FFF2-40B4-BE49-F238E27FC236}">
                <a16:creationId xmlns:a16="http://schemas.microsoft.com/office/drawing/2014/main" id="{4A7924E7-4668-37F8-8C5A-420EF6F66B1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pic>
        <p:nvPicPr>
          <p:cNvPr id="3" name="Picture 2">
            <a:extLst>
              <a:ext uri="{FF2B5EF4-FFF2-40B4-BE49-F238E27FC236}">
                <a16:creationId xmlns:a16="http://schemas.microsoft.com/office/drawing/2014/main" id="{519FF654-4DEB-79CD-BE75-FD90DA506501}"/>
              </a:ext>
            </a:extLst>
          </p:cNvPr>
          <p:cNvPicPr>
            <a:picLocks noChangeAspect="1"/>
          </p:cNvPicPr>
          <p:nvPr/>
        </p:nvPicPr>
        <p:blipFill>
          <a:blip r:embed="rId3"/>
          <a:stretch>
            <a:fillRect/>
          </a:stretch>
        </p:blipFill>
        <p:spPr>
          <a:xfrm>
            <a:off x="1200478" y="732639"/>
            <a:ext cx="3045894" cy="3057051"/>
          </a:xfrm>
          <a:prstGeom prst="rect">
            <a:avLst/>
          </a:prstGeom>
        </p:spPr>
      </p:pic>
      <p:pic>
        <p:nvPicPr>
          <p:cNvPr id="6" name="Picture 5">
            <a:extLst>
              <a:ext uri="{FF2B5EF4-FFF2-40B4-BE49-F238E27FC236}">
                <a16:creationId xmlns:a16="http://schemas.microsoft.com/office/drawing/2014/main" id="{0C1F80E7-205C-1D8F-9C31-34164F747450}"/>
              </a:ext>
            </a:extLst>
          </p:cNvPr>
          <p:cNvPicPr>
            <a:picLocks noChangeAspect="1"/>
          </p:cNvPicPr>
          <p:nvPr/>
        </p:nvPicPr>
        <p:blipFill>
          <a:blip r:embed="rId4"/>
          <a:stretch>
            <a:fillRect/>
          </a:stretch>
        </p:blipFill>
        <p:spPr>
          <a:xfrm>
            <a:off x="4921677" y="621188"/>
            <a:ext cx="2829685" cy="3150027"/>
          </a:xfrm>
          <a:prstGeom prst="rect">
            <a:avLst/>
          </a:prstGeom>
        </p:spPr>
      </p:pic>
      <p:pic>
        <p:nvPicPr>
          <p:cNvPr id="8" name="Picture 7">
            <a:extLst>
              <a:ext uri="{FF2B5EF4-FFF2-40B4-BE49-F238E27FC236}">
                <a16:creationId xmlns:a16="http://schemas.microsoft.com/office/drawing/2014/main" id="{F50C9546-1B1C-B04D-EAEC-4F6B815FBDC4}"/>
              </a:ext>
            </a:extLst>
          </p:cNvPr>
          <p:cNvPicPr>
            <a:picLocks noChangeAspect="1"/>
          </p:cNvPicPr>
          <p:nvPr/>
        </p:nvPicPr>
        <p:blipFill>
          <a:blip r:embed="rId5"/>
          <a:stretch>
            <a:fillRect/>
          </a:stretch>
        </p:blipFill>
        <p:spPr>
          <a:xfrm>
            <a:off x="8288119" y="583038"/>
            <a:ext cx="2703403" cy="3226325"/>
          </a:xfrm>
          <a:prstGeom prst="rect">
            <a:avLst/>
          </a:prstGeom>
        </p:spPr>
      </p:pic>
      <p:pic>
        <p:nvPicPr>
          <p:cNvPr id="10" name="Picture 9">
            <a:extLst>
              <a:ext uri="{FF2B5EF4-FFF2-40B4-BE49-F238E27FC236}">
                <a16:creationId xmlns:a16="http://schemas.microsoft.com/office/drawing/2014/main" id="{359CEDA6-F7DE-1BE3-BF4A-2239AD0C49F4}"/>
              </a:ext>
            </a:extLst>
          </p:cNvPr>
          <p:cNvPicPr>
            <a:picLocks noChangeAspect="1"/>
          </p:cNvPicPr>
          <p:nvPr/>
        </p:nvPicPr>
        <p:blipFill>
          <a:blip r:embed="rId6"/>
          <a:stretch>
            <a:fillRect/>
          </a:stretch>
        </p:blipFill>
        <p:spPr>
          <a:xfrm>
            <a:off x="260711" y="3897310"/>
            <a:ext cx="5356318" cy="2769188"/>
          </a:xfrm>
          <a:prstGeom prst="rect">
            <a:avLst/>
          </a:prstGeom>
        </p:spPr>
      </p:pic>
      <p:pic>
        <p:nvPicPr>
          <p:cNvPr id="13" name="Picture 12">
            <a:extLst>
              <a:ext uri="{FF2B5EF4-FFF2-40B4-BE49-F238E27FC236}">
                <a16:creationId xmlns:a16="http://schemas.microsoft.com/office/drawing/2014/main" id="{2B31479A-D5D7-D73A-6320-B900BF98727A}"/>
              </a:ext>
            </a:extLst>
          </p:cNvPr>
          <p:cNvPicPr>
            <a:picLocks noChangeAspect="1"/>
          </p:cNvPicPr>
          <p:nvPr/>
        </p:nvPicPr>
        <p:blipFill>
          <a:blip r:embed="rId7"/>
          <a:stretch>
            <a:fillRect/>
          </a:stretch>
        </p:blipFill>
        <p:spPr>
          <a:xfrm>
            <a:off x="5748223" y="3936117"/>
            <a:ext cx="5839353" cy="2634119"/>
          </a:xfrm>
          <a:prstGeom prst="rect">
            <a:avLst/>
          </a:prstGeom>
        </p:spPr>
      </p:pic>
    </p:spTree>
    <p:extLst>
      <p:ext uri="{BB962C8B-B14F-4D97-AF65-F5344CB8AC3E}">
        <p14:creationId xmlns:p14="http://schemas.microsoft.com/office/powerpoint/2010/main" val="897882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B3BE5-98AF-A29E-F82A-D42EC01A2526}"/>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7429C983-578F-0EA1-0B4C-7DFB161A0256}"/>
              </a:ext>
            </a:extLst>
          </p:cNvPr>
          <p:cNvSpPr>
            <a:spLocks noGrp="1"/>
          </p:cNvSpPr>
          <p:nvPr>
            <p:ph type="title"/>
          </p:nvPr>
        </p:nvSpPr>
        <p:spPr>
          <a:xfrm>
            <a:off x="783771" y="326571"/>
            <a:ext cx="10360152" cy="435429"/>
          </a:xfrm>
        </p:spPr>
        <p:txBody>
          <a:bodyPr/>
          <a:lstStyle/>
          <a:p>
            <a:r>
              <a:rPr lang="en-US" dirty="0"/>
              <a:t>Dashboard or Landing screens</a:t>
            </a:r>
          </a:p>
        </p:txBody>
      </p:sp>
      <p:sp>
        <p:nvSpPr>
          <p:cNvPr id="5" name="Slide Number Placeholder 4">
            <a:extLst>
              <a:ext uri="{FF2B5EF4-FFF2-40B4-BE49-F238E27FC236}">
                <a16:creationId xmlns:a16="http://schemas.microsoft.com/office/drawing/2014/main" id="{29CE9210-B86B-DA40-1C31-5F5FA04E5DC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9</a:t>
            </a:fld>
            <a:endParaRPr lang="en-US" dirty="0"/>
          </a:p>
        </p:txBody>
      </p:sp>
      <p:pic>
        <p:nvPicPr>
          <p:cNvPr id="2" name="Picture 1" descr="A screenshot of a computer&#10;&#10;AI-generated content may be incorrect.">
            <a:extLst>
              <a:ext uri="{FF2B5EF4-FFF2-40B4-BE49-F238E27FC236}">
                <a16:creationId xmlns:a16="http://schemas.microsoft.com/office/drawing/2014/main" id="{A115F5F2-81E9-D451-1A78-4129DB8D7330}"/>
              </a:ext>
            </a:extLst>
          </p:cNvPr>
          <p:cNvPicPr>
            <a:picLocks noChangeAspect="1"/>
          </p:cNvPicPr>
          <p:nvPr/>
        </p:nvPicPr>
        <p:blipFill>
          <a:blip r:embed="rId3"/>
          <a:stretch>
            <a:fillRect/>
          </a:stretch>
        </p:blipFill>
        <p:spPr>
          <a:xfrm>
            <a:off x="1386321" y="762000"/>
            <a:ext cx="8122350" cy="2935674"/>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CD5132F6-5FBC-0F49-16AA-4E9938D9147F}"/>
              </a:ext>
            </a:extLst>
          </p:cNvPr>
          <p:cNvPicPr>
            <a:picLocks noChangeAspect="1"/>
          </p:cNvPicPr>
          <p:nvPr/>
        </p:nvPicPr>
        <p:blipFill>
          <a:blip r:embed="rId4"/>
          <a:stretch>
            <a:fillRect/>
          </a:stretch>
        </p:blipFill>
        <p:spPr>
          <a:xfrm>
            <a:off x="1386321" y="3843500"/>
            <a:ext cx="8122350" cy="2932203"/>
          </a:xfrm>
          <a:prstGeom prst="rect">
            <a:avLst/>
          </a:prstGeom>
        </p:spPr>
      </p:pic>
    </p:spTree>
    <p:extLst>
      <p:ext uri="{BB962C8B-B14F-4D97-AF65-F5344CB8AC3E}">
        <p14:creationId xmlns:p14="http://schemas.microsoft.com/office/powerpoint/2010/main" val="3816271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0E00B-512F-B3D4-2AAF-6DDACADA91EB}"/>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BFADB58F-3592-196F-1A5B-0882F43F6071}"/>
              </a:ext>
            </a:extLst>
          </p:cNvPr>
          <p:cNvSpPr>
            <a:spLocks noGrp="1"/>
          </p:cNvSpPr>
          <p:nvPr>
            <p:ph type="title"/>
          </p:nvPr>
        </p:nvSpPr>
        <p:spPr>
          <a:xfrm>
            <a:off x="783771" y="326571"/>
            <a:ext cx="10360152" cy="435429"/>
          </a:xfrm>
        </p:spPr>
        <p:txBody>
          <a:bodyPr/>
          <a:lstStyle/>
          <a:p>
            <a:r>
              <a:rPr lang="en-US" dirty="0"/>
              <a:t>Dashboard or Landing screens</a:t>
            </a:r>
          </a:p>
        </p:txBody>
      </p:sp>
      <p:sp>
        <p:nvSpPr>
          <p:cNvPr id="5" name="Slide Number Placeholder 4">
            <a:extLst>
              <a:ext uri="{FF2B5EF4-FFF2-40B4-BE49-F238E27FC236}">
                <a16:creationId xmlns:a16="http://schemas.microsoft.com/office/drawing/2014/main" id="{2344293D-1DB6-5805-B2C0-D9B4F50560AD}"/>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3E537D4D-E0D0-AD1F-CFAD-2F8B059381D0}"/>
              </a:ext>
            </a:extLst>
          </p:cNvPr>
          <p:cNvPicPr>
            <a:picLocks noChangeAspect="1"/>
          </p:cNvPicPr>
          <p:nvPr/>
        </p:nvPicPr>
        <p:blipFill>
          <a:blip r:embed="rId3"/>
          <a:stretch>
            <a:fillRect/>
          </a:stretch>
        </p:blipFill>
        <p:spPr>
          <a:xfrm>
            <a:off x="1715680" y="3937344"/>
            <a:ext cx="7932827" cy="2838359"/>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F4AFB649-ED75-ACFB-A6E9-4E74884C1832}"/>
              </a:ext>
            </a:extLst>
          </p:cNvPr>
          <p:cNvPicPr>
            <a:picLocks noChangeAspect="1"/>
          </p:cNvPicPr>
          <p:nvPr/>
        </p:nvPicPr>
        <p:blipFill>
          <a:blip r:embed="rId4"/>
          <a:stretch>
            <a:fillRect/>
          </a:stretch>
        </p:blipFill>
        <p:spPr>
          <a:xfrm>
            <a:off x="1770234" y="809349"/>
            <a:ext cx="7602119" cy="3080645"/>
          </a:xfrm>
          <a:prstGeom prst="rect">
            <a:avLst/>
          </a:prstGeom>
        </p:spPr>
      </p:pic>
    </p:spTree>
    <p:extLst>
      <p:ext uri="{BB962C8B-B14F-4D97-AF65-F5344CB8AC3E}">
        <p14:creationId xmlns:p14="http://schemas.microsoft.com/office/powerpoint/2010/main" val="4186992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91928-CD23-02B3-8B38-5EBF93688ECB}"/>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FAA808C-FE57-C760-28D9-D40D11DC3F13}"/>
              </a:ext>
            </a:extLst>
          </p:cNvPr>
          <p:cNvSpPr>
            <a:spLocks noGrp="1"/>
          </p:cNvSpPr>
          <p:nvPr>
            <p:ph type="title"/>
          </p:nvPr>
        </p:nvSpPr>
        <p:spPr>
          <a:xfrm>
            <a:off x="783771" y="326571"/>
            <a:ext cx="10360152" cy="435429"/>
          </a:xfrm>
        </p:spPr>
        <p:txBody>
          <a:bodyPr/>
          <a:lstStyle/>
          <a:p>
            <a:r>
              <a:rPr lang="en-US" dirty="0"/>
              <a:t>All the User interfaces</a:t>
            </a:r>
          </a:p>
        </p:txBody>
      </p:sp>
      <p:sp>
        <p:nvSpPr>
          <p:cNvPr id="5" name="Slide Number Placeholder 4">
            <a:extLst>
              <a:ext uri="{FF2B5EF4-FFF2-40B4-BE49-F238E27FC236}">
                <a16:creationId xmlns:a16="http://schemas.microsoft.com/office/drawing/2014/main" id="{8FD508F3-33DB-56B8-2D70-2C7C8AE90D1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pic>
        <p:nvPicPr>
          <p:cNvPr id="2" name="Picture 1" descr="A screenshot of a computer&#10;&#10;AI-generated content may be incorrect.">
            <a:extLst>
              <a:ext uri="{FF2B5EF4-FFF2-40B4-BE49-F238E27FC236}">
                <a16:creationId xmlns:a16="http://schemas.microsoft.com/office/drawing/2014/main" id="{778314DC-782E-EF6F-E142-5A161B42210A}"/>
              </a:ext>
            </a:extLst>
          </p:cNvPr>
          <p:cNvPicPr>
            <a:picLocks noChangeAspect="1"/>
          </p:cNvPicPr>
          <p:nvPr/>
        </p:nvPicPr>
        <p:blipFill>
          <a:blip r:embed="rId3"/>
          <a:stretch>
            <a:fillRect/>
          </a:stretch>
        </p:blipFill>
        <p:spPr>
          <a:xfrm>
            <a:off x="476249" y="1394141"/>
            <a:ext cx="5429209" cy="2459401"/>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A5B4A73A-27CD-A7F2-8A0E-A8D82F822D84}"/>
              </a:ext>
            </a:extLst>
          </p:cNvPr>
          <p:cNvPicPr>
            <a:picLocks noChangeAspect="1"/>
          </p:cNvPicPr>
          <p:nvPr/>
        </p:nvPicPr>
        <p:blipFill>
          <a:blip r:embed="rId4"/>
          <a:stretch>
            <a:fillRect/>
          </a:stretch>
        </p:blipFill>
        <p:spPr>
          <a:xfrm>
            <a:off x="477589" y="3853542"/>
            <a:ext cx="5429209" cy="2474462"/>
          </a:xfrm>
          <a:prstGeom prst="rect">
            <a:avLst/>
          </a:prstGeom>
        </p:spPr>
      </p:pic>
      <p:pic>
        <p:nvPicPr>
          <p:cNvPr id="4" name="Picture 3" descr="A screenshot of a login screen&#10;&#10;AI-generated content may be incorrect.">
            <a:extLst>
              <a:ext uri="{FF2B5EF4-FFF2-40B4-BE49-F238E27FC236}">
                <a16:creationId xmlns:a16="http://schemas.microsoft.com/office/drawing/2014/main" id="{A8DB43B5-9055-DCB5-7298-8151AC23343F}"/>
              </a:ext>
            </a:extLst>
          </p:cNvPr>
          <p:cNvPicPr>
            <a:picLocks noChangeAspect="1"/>
          </p:cNvPicPr>
          <p:nvPr/>
        </p:nvPicPr>
        <p:blipFill>
          <a:blip r:embed="rId5"/>
          <a:stretch>
            <a:fillRect/>
          </a:stretch>
        </p:blipFill>
        <p:spPr>
          <a:xfrm>
            <a:off x="6543621" y="1325987"/>
            <a:ext cx="4483608" cy="5055109"/>
          </a:xfrm>
          <a:prstGeom prst="rect">
            <a:avLst/>
          </a:prstGeom>
        </p:spPr>
      </p:pic>
      <p:sp>
        <p:nvSpPr>
          <p:cNvPr id="6" name="Title 10">
            <a:extLst>
              <a:ext uri="{FF2B5EF4-FFF2-40B4-BE49-F238E27FC236}">
                <a16:creationId xmlns:a16="http://schemas.microsoft.com/office/drawing/2014/main" id="{96067557-0402-0D09-E39C-8682E7C6747A}"/>
              </a:ext>
            </a:extLst>
          </p:cNvPr>
          <p:cNvSpPr txBox="1">
            <a:spLocks/>
          </p:cNvSpPr>
          <p:nvPr/>
        </p:nvSpPr>
        <p:spPr>
          <a:xfrm>
            <a:off x="351427" y="653142"/>
            <a:ext cx="11930744" cy="43542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000" b="1" dirty="0"/>
              <a:t>User Registration and Login Interfaces</a:t>
            </a:r>
          </a:p>
        </p:txBody>
      </p:sp>
    </p:spTree>
    <p:extLst>
      <p:ext uri="{BB962C8B-B14F-4D97-AF65-F5344CB8AC3E}">
        <p14:creationId xmlns:p14="http://schemas.microsoft.com/office/powerpoint/2010/main" val="4111395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C2B0C-6FA5-314B-1B7F-FD65496093EA}"/>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B037F3BB-5F91-1747-55E7-571E11F55DE5}"/>
              </a:ext>
            </a:extLst>
          </p:cNvPr>
          <p:cNvSpPr>
            <a:spLocks noGrp="1"/>
          </p:cNvSpPr>
          <p:nvPr>
            <p:ph type="title"/>
          </p:nvPr>
        </p:nvSpPr>
        <p:spPr>
          <a:xfrm>
            <a:off x="783771" y="326571"/>
            <a:ext cx="10360152" cy="435429"/>
          </a:xfrm>
        </p:spPr>
        <p:txBody>
          <a:bodyPr/>
          <a:lstStyle/>
          <a:p>
            <a:r>
              <a:rPr lang="en-US" dirty="0"/>
              <a:t>All the User interfaces</a:t>
            </a:r>
          </a:p>
        </p:txBody>
      </p:sp>
      <p:sp>
        <p:nvSpPr>
          <p:cNvPr id="5" name="Slide Number Placeholder 4">
            <a:extLst>
              <a:ext uri="{FF2B5EF4-FFF2-40B4-BE49-F238E27FC236}">
                <a16:creationId xmlns:a16="http://schemas.microsoft.com/office/drawing/2014/main" id="{FD468DF3-375D-0644-3DC2-0D57C09BF8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12</a:t>
            </a:fld>
            <a:endParaRPr lang="en-US" dirty="0"/>
          </a:p>
        </p:txBody>
      </p:sp>
      <p:pic>
        <p:nvPicPr>
          <p:cNvPr id="2" name="Picture 1" descr="A screenshot of a computer&#10;&#10;AI-generated content may be incorrect.">
            <a:extLst>
              <a:ext uri="{FF2B5EF4-FFF2-40B4-BE49-F238E27FC236}">
                <a16:creationId xmlns:a16="http://schemas.microsoft.com/office/drawing/2014/main" id="{10A7D6A7-BA01-EEDC-BCCA-29105FA8F8F9}"/>
              </a:ext>
            </a:extLst>
          </p:cNvPr>
          <p:cNvPicPr>
            <a:picLocks noChangeAspect="1"/>
          </p:cNvPicPr>
          <p:nvPr/>
        </p:nvPicPr>
        <p:blipFill>
          <a:blip r:embed="rId3"/>
          <a:stretch>
            <a:fillRect/>
          </a:stretch>
        </p:blipFill>
        <p:spPr>
          <a:xfrm>
            <a:off x="351427" y="1240730"/>
            <a:ext cx="3467041" cy="2586720"/>
          </a:xfrm>
          <a:prstGeom prst="rect">
            <a:avLst/>
          </a:prstGeom>
        </p:spPr>
      </p:pic>
      <p:pic>
        <p:nvPicPr>
          <p:cNvPr id="3" name="Picture 2" descr="A screenshot of a medical information&#10;&#10;AI-generated content may be incorrect.">
            <a:extLst>
              <a:ext uri="{FF2B5EF4-FFF2-40B4-BE49-F238E27FC236}">
                <a16:creationId xmlns:a16="http://schemas.microsoft.com/office/drawing/2014/main" id="{CB2C48BE-7386-BEF8-19BE-62479A7F358E}"/>
              </a:ext>
            </a:extLst>
          </p:cNvPr>
          <p:cNvPicPr>
            <a:picLocks noChangeAspect="1"/>
          </p:cNvPicPr>
          <p:nvPr/>
        </p:nvPicPr>
        <p:blipFill>
          <a:blip r:embed="rId4"/>
          <a:stretch>
            <a:fillRect/>
          </a:stretch>
        </p:blipFill>
        <p:spPr>
          <a:xfrm>
            <a:off x="4217745" y="1197428"/>
            <a:ext cx="3137491" cy="3026229"/>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C13C3AF5-642B-4713-D6FC-222FE6026072}"/>
              </a:ext>
            </a:extLst>
          </p:cNvPr>
          <p:cNvPicPr>
            <a:picLocks noChangeAspect="1"/>
          </p:cNvPicPr>
          <p:nvPr/>
        </p:nvPicPr>
        <p:blipFill>
          <a:blip r:embed="rId5"/>
          <a:stretch>
            <a:fillRect/>
          </a:stretch>
        </p:blipFill>
        <p:spPr>
          <a:xfrm>
            <a:off x="4155226" y="4088467"/>
            <a:ext cx="3262528" cy="2769533"/>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C2B257AE-CB57-14DB-1FAD-857F7F501E4A}"/>
              </a:ext>
            </a:extLst>
          </p:cNvPr>
          <p:cNvPicPr>
            <a:picLocks noChangeAspect="1"/>
          </p:cNvPicPr>
          <p:nvPr/>
        </p:nvPicPr>
        <p:blipFill>
          <a:blip r:embed="rId6"/>
          <a:stretch>
            <a:fillRect/>
          </a:stretch>
        </p:blipFill>
        <p:spPr>
          <a:xfrm>
            <a:off x="7754513" y="1197428"/>
            <a:ext cx="3262528" cy="4011149"/>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778BEEC7-563C-D447-A2DC-BDB388313D75}"/>
              </a:ext>
            </a:extLst>
          </p:cNvPr>
          <p:cNvPicPr>
            <a:picLocks noChangeAspect="1"/>
          </p:cNvPicPr>
          <p:nvPr/>
        </p:nvPicPr>
        <p:blipFill>
          <a:blip r:embed="rId7"/>
          <a:stretch>
            <a:fillRect/>
          </a:stretch>
        </p:blipFill>
        <p:spPr>
          <a:xfrm>
            <a:off x="7754512" y="5016190"/>
            <a:ext cx="3262529" cy="1759513"/>
          </a:xfrm>
          <a:prstGeom prst="rect">
            <a:avLst/>
          </a:prstGeom>
        </p:spPr>
      </p:pic>
      <p:sp>
        <p:nvSpPr>
          <p:cNvPr id="8" name="Title 10">
            <a:extLst>
              <a:ext uri="{FF2B5EF4-FFF2-40B4-BE49-F238E27FC236}">
                <a16:creationId xmlns:a16="http://schemas.microsoft.com/office/drawing/2014/main" id="{7607A27D-78F1-0413-0660-4E47A3765240}"/>
              </a:ext>
            </a:extLst>
          </p:cNvPr>
          <p:cNvSpPr txBox="1">
            <a:spLocks/>
          </p:cNvSpPr>
          <p:nvPr/>
        </p:nvSpPr>
        <p:spPr>
          <a:xfrm>
            <a:off x="351427" y="653142"/>
            <a:ext cx="11930744" cy="43542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000" b="1" dirty="0"/>
              <a:t>User information update and scheduling new appointment interfaces</a:t>
            </a:r>
          </a:p>
        </p:txBody>
      </p:sp>
    </p:spTree>
    <p:extLst>
      <p:ext uri="{BB962C8B-B14F-4D97-AF65-F5344CB8AC3E}">
        <p14:creationId xmlns:p14="http://schemas.microsoft.com/office/powerpoint/2010/main" val="3928508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DE3A6-72A5-2215-8B28-7B2379CBC80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DC6E71F-57BD-1DA9-CA0A-229CCCA37774}"/>
              </a:ext>
            </a:extLst>
          </p:cNvPr>
          <p:cNvSpPr>
            <a:spLocks noGrp="1"/>
          </p:cNvSpPr>
          <p:nvPr>
            <p:ph type="title"/>
          </p:nvPr>
        </p:nvSpPr>
        <p:spPr>
          <a:xfrm>
            <a:off x="783771" y="326571"/>
            <a:ext cx="10360152" cy="435429"/>
          </a:xfrm>
        </p:spPr>
        <p:txBody>
          <a:bodyPr/>
          <a:lstStyle/>
          <a:p>
            <a:r>
              <a:rPr lang="en-US" dirty="0"/>
              <a:t>All the User interfaces</a:t>
            </a:r>
          </a:p>
        </p:txBody>
      </p:sp>
      <p:sp>
        <p:nvSpPr>
          <p:cNvPr id="5" name="Slide Number Placeholder 4">
            <a:extLst>
              <a:ext uri="{FF2B5EF4-FFF2-40B4-BE49-F238E27FC236}">
                <a16:creationId xmlns:a16="http://schemas.microsoft.com/office/drawing/2014/main" id="{547D76C0-0F1D-7E69-D8C5-CAC20029BD7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13</a:t>
            </a:fld>
            <a:endParaRPr lang="en-US" dirty="0"/>
          </a:p>
        </p:txBody>
      </p:sp>
      <p:pic>
        <p:nvPicPr>
          <p:cNvPr id="3" name="Picture 2">
            <a:extLst>
              <a:ext uri="{FF2B5EF4-FFF2-40B4-BE49-F238E27FC236}">
                <a16:creationId xmlns:a16="http://schemas.microsoft.com/office/drawing/2014/main" id="{70035CCA-E194-FA41-84AB-A9E9CDAA5EA7}"/>
              </a:ext>
            </a:extLst>
          </p:cNvPr>
          <p:cNvPicPr>
            <a:picLocks noChangeAspect="1"/>
          </p:cNvPicPr>
          <p:nvPr/>
        </p:nvPicPr>
        <p:blipFill>
          <a:blip r:embed="rId3"/>
          <a:stretch>
            <a:fillRect/>
          </a:stretch>
        </p:blipFill>
        <p:spPr>
          <a:xfrm>
            <a:off x="130006" y="1326410"/>
            <a:ext cx="6059891" cy="4205179"/>
          </a:xfrm>
          <a:prstGeom prst="rect">
            <a:avLst/>
          </a:prstGeom>
        </p:spPr>
      </p:pic>
      <p:pic>
        <p:nvPicPr>
          <p:cNvPr id="6" name="Picture 5">
            <a:extLst>
              <a:ext uri="{FF2B5EF4-FFF2-40B4-BE49-F238E27FC236}">
                <a16:creationId xmlns:a16="http://schemas.microsoft.com/office/drawing/2014/main" id="{5563AFAB-F2B5-C797-2298-D61F81557DE6}"/>
              </a:ext>
            </a:extLst>
          </p:cNvPr>
          <p:cNvPicPr>
            <a:picLocks noChangeAspect="1"/>
          </p:cNvPicPr>
          <p:nvPr/>
        </p:nvPicPr>
        <p:blipFill>
          <a:blip r:embed="rId4"/>
          <a:stretch>
            <a:fillRect/>
          </a:stretch>
        </p:blipFill>
        <p:spPr>
          <a:xfrm>
            <a:off x="6793949" y="1152679"/>
            <a:ext cx="4349974" cy="5835950"/>
          </a:xfrm>
          <a:prstGeom prst="rect">
            <a:avLst/>
          </a:prstGeom>
        </p:spPr>
      </p:pic>
      <p:sp>
        <p:nvSpPr>
          <p:cNvPr id="2" name="Title 10">
            <a:extLst>
              <a:ext uri="{FF2B5EF4-FFF2-40B4-BE49-F238E27FC236}">
                <a16:creationId xmlns:a16="http://schemas.microsoft.com/office/drawing/2014/main" id="{EA967A90-492F-937D-D7C4-C26FD06C2C6B}"/>
              </a:ext>
            </a:extLst>
          </p:cNvPr>
          <p:cNvSpPr txBox="1">
            <a:spLocks/>
          </p:cNvSpPr>
          <p:nvPr/>
        </p:nvSpPr>
        <p:spPr>
          <a:xfrm>
            <a:off x="351427" y="653142"/>
            <a:ext cx="11930744" cy="43542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000" b="1" dirty="0"/>
              <a:t>Patient vitals update by Nuse and New prescription by Doctor interfaces</a:t>
            </a:r>
          </a:p>
        </p:txBody>
      </p:sp>
    </p:spTree>
    <p:extLst>
      <p:ext uri="{BB962C8B-B14F-4D97-AF65-F5344CB8AC3E}">
        <p14:creationId xmlns:p14="http://schemas.microsoft.com/office/powerpoint/2010/main" val="4255847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F496D-95DB-D7E0-29BE-B7AE0AD897BE}"/>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8FD2A7B3-B490-06A1-1417-5EE6BD80EE85}"/>
              </a:ext>
            </a:extLst>
          </p:cNvPr>
          <p:cNvSpPr>
            <a:spLocks noGrp="1"/>
          </p:cNvSpPr>
          <p:nvPr>
            <p:ph type="title"/>
          </p:nvPr>
        </p:nvSpPr>
        <p:spPr>
          <a:xfrm>
            <a:off x="914400" y="228601"/>
            <a:ext cx="10360152" cy="468086"/>
          </a:xfrm>
        </p:spPr>
        <p:txBody>
          <a:bodyPr vert="horz" lIns="91440" tIns="45720" rIns="91440" bIns="45720" rtlCol="0" anchor="b" anchorCtr="0">
            <a:normAutofit fontScale="90000"/>
          </a:bodyPr>
          <a:lstStyle/>
          <a:p>
            <a:r>
              <a:rPr lang="en-US" kern="1200" dirty="0">
                <a:latin typeface="+mj-lt"/>
                <a:ea typeface="+mj-ea"/>
                <a:cs typeface="+mj-cs"/>
              </a:rPr>
              <a:t>All the file designs</a:t>
            </a:r>
          </a:p>
        </p:txBody>
      </p:sp>
      <p:sp>
        <p:nvSpPr>
          <p:cNvPr id="3" name="Rectangle 1">
            <a:extLst>
              <a:ext uri="{FF2B5EF4-FFF2-40B4-BE49-F238E27FC236}">
                <a16:creationId xmlns:a16="http://schemas.microsoft.com/office/drawing/2014/main" id="{9471CD38-629B-68FC-B5E0-67318A0540CB}"/>
              </a:ext>
            </a:extLst>
          </p:cNvPr>
          <p:cNvSpPr>
            <a:spLocks noChangeArrowheads="1"/>
          </p:cNvSpPr>
          <p:nvPr/>
        </p:nvSpPr>
        <p:spPr bwMode="auto">
          <a:xfrm>
            <a:off x="337456" y="783770"/>
            <a:ext cx="8795658" cy="201252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lnSpc>
                <a:spcPct val="90000"/>
              </a:lnSpc>
              <a:spcBef>
                <a:spcPts val="1000"/>
              </a:spcBef>
              <a:spcAft>
                <a:spcPct val="0"/>
              </a:spcAft>
              <a:buClrTx/>
              <a:buSzTx/>
              <a:tabLst/>
            </a:pPr>
            <a:r>
              <a:rPr kumimoji="0" lang="en-US" altLang="en-US" sz="2000" b="1" i="0" u="none" strike="noStrike" cap="none" normalizeH="0" baseline="0" dirty="0">
                <a:ln>
                  <a:noFill/>
                </a:ln>
                <a:effectLst/>
              </a:rPr>
              <a:t>1.Name of the file: users</a:t>
            </a:r>
            <a:br>
              <a:rPr kumimoji="0" lang="en-US" altLang="en-US" sz="2000" b="1" i="0" u="none" strike="noStrike" cap="none" normalizeH="0" baseline="0" dirty="0">
                <a:ln>
                  <a:noFill/>
                </a:ln>
                <a:effectLst/>
              </a:rPr>
            </a:br>
            <a:r>
              <a:rPr kumimoji="0" lang="en-US" altLang="en-US" sz="2000" b="0" i="0" u="none" strike="noStrike" cap="none" normalizeH="0" baseline="0" dirty="0">
                <a:ln>
                  <a:noFill/>
                </a:ln>
                <a:effectLst/>
              </a:rPr>
              <a:t>Description	: 	Stores core user account information for all system roles </a:t>
            </a:r>
            <a:br>
              <a:rPr kumimoji="0" lang="en-US" altLang="en-US" sz="2000" b="0" i="0" u="none" strike="noStrike" cap="none" normalizeH="0" baseline="0" dirty="0">
                <a:ln>
                  <a:noFill/>
                </a:ln>
                <a:effectLst/>
              </a:rPr>
            </a:br>
            <a:r>
              <a:rPr kumimoji="0" lang="en-US" altLang="en-US" sz="2000" b="0" i="0" u="none" strike="noStrike" cap="none" normalizeH="0" baseline="0" dirty="0">
                <a:ln>
                  <a:noFill/>
                </a:ln>
                <a:effectLst/>
              </a:rPr>
              <a:t>Number of Fields	: 	10</a:t>
            </a:r>
            <a:br>
              <a:rPr kumimoji="0" lang="en-US" altLang="en-US" sz="2000" b="0" i="0" u="none" strike="noStrike" cap="none" normalizeH="0" baseline="0" dirty="0">
                <a:ln>
                  <a:noFill/>
                </a:ln>
                <a:effectLst/>
              </a:rPr>
            </a:br>
            <a:r>
              <a:rPr kumimoji="0" lang="en-US" altLang="en-US" sz="2000" b="0" i="0" u="none" strike="noStrike" cap="none" normalizeH="0" baseline="0" dirty="0">
                <a:ln>
                  <a:noFill/>
                </a:ln>
                <a:effectLst/>
              </a:rPr>
              <a:t>Primary Key	: 	</a:t>
            </a:r>
            <a:r>
              <a:rPr kumimoji="0" lang="en-US" altLang="en-US" sz="2000" b="0" i="0" u="none" strike="noStrike" cap="none" normalizeH="0" baseline="0" dirty="0" err="1">
                <a:ln>
                  <a:noFill/>
                </a:ln>
                <a:effectLst/>
              </a:rPr>
              <a:t>user_id</a:t>
            </a:r>
            <a:br>
              <a:rPr kumimoji="0" lang="en-US" altLang="en-US" sz="2000" b="0" i="0" u="none" strike="noStrike" cap="none" normalizeH="0" baseline="0" dirty="0">
                <a:ln>
                  <a:noFill/>
                </a:ln>
                <a:effectLst/>
              </a:rPr>
            </a:br>
            <a:r>
              <a:rPr kumimoji="0" lang="en-US" altLang="en-US" sz="2000" b="0" i="0" u="none" strike="noStrike" cap="none" normalizeH="0" baseline="0" dirty="0">
                <a:ln>
                  <a:noFill/>
                </a:ln>
                <a:effectLst/>
              </a:rPr>
              <a:t>Foreign Keys	: 	None</a:t>
            </a:r>
          </a:p>
          <a:p>
            <a:pPr marR="0" lvl="0" fontAlgn="base">
              <a:lnSpc>
                <a:spcPct val="90000"/>
              </a:lnSpc>
              <a:spcBef>
                <a:spcPts val="1000"/>
              </a:spcBef>
              <a:spcAft>
                <a:spcPct val="0"/>
              </a:spcAft>
              <a:buClrTx/>
              <a:buSzTx/>
              <a:tabLst/>
            </a:pPr>
            <a:endParaRPr kumimoji="0" lang="en-US" altLang="en-US" sz="2000" b="0" i="0" u="none" strike="noStrike" cap="none" normalizeH="0" baseline="0" dirty="0">
              <a:ln>
                <a:noFill/>
              </a:ln>
              <a:effectLst/>
            </a:endParaRPr>
          </a:p>
        </p:txBody>
      </p:sp>
      <p:sp>
        <p:nvSpPr>
          <p:cNvPr id="5" name="Slide Number Placeholder 4">
            <a:extLst>
              <a:ext uri="{FF2B5EF4-FFF2-40B4-BE49-F238E27FC236}">
                <a16:creationId xmlns:a16="http://schemas.microsoft.com/office/drawing/2014/main" id="{6F16532B-9CE9-1A84-3994-5168CA3736EE}"/>
              </a:ext>
            </a:extLst>
          </p:cNvPr>
          <p:cNvSpPr>
            <a:spLocks noGrp="1"/>
          </p:cNvSpPr>
          <p:nvPr>
            <p:ph type="sldNum" sz="quarter" idx="4"/>
          </p:nvPr>
        </p:nvSpPr>
        <p:spPr>
          <a:xfrm>
            <a:off x="11353800" y="5879804"/>
            <a:ext cx="661416" cy="895899"/>
          </a:xfrm>
        </p:spPr>
        <p:txBody>
          <a:bodyPr vert="horz" lIns="91440" tIns="45720" rIns="91440" bIns="45720" rtlCol="0" anchor="ctr">
            <a:normAutofit/>
          </a:bodyPr>
          <a:lstStyle/>
          <a:p>
            <a:pPr>
              <a:spcAft>
                <a:spcPts val="600"/>
              </a:spcAft>
            </a:pPr>
            <a:fld id="{58FB4751-880F-D840-AAA9-3A15815CC996}" type="slidenum">
              <a:rPr lang="en-US" smtClean="0"/>
              <a:pPr>
                <a:spcAft>
                  <a:spcPts val="600"/>
                </a:spcAft>
              </a:pPr>
              <a:t>14</a:t>
            </a:fld>
            <a:endParaRPr lang="en-US"/>
          </a:p>
        </p:txBody>
      </p:sp>
      <p:graphicFrame>
        <p:nvGraphicFramePr>
          <p:cNvPr id="2" name="Table 1">
            <a:extLst>
              <a:ext uri="{FF2B5EF4-FFF2-40B4-BE49-F238E27FC236}">
                <a16:creationId xmlns:a16="http://schemas.microsoft.com/office/drawing/2014/main" id="{C43A7838-4A02-9180-A8A2-39F971B58020}"/>
              </a:ext>
            </a:extLst>
          </p:cNvPr>
          <p:cNvGraphicFramePr>
            <a:graphicFrameLocks noGrp="1"/>
          </p:cNvGraphicFramePr>
          <p:nvPr>
            <p:extLst>
              <p:ext uri="{D42A27DB-BD31-4B8C-83A1-F6EECF244321}">
                <p14:modId xmlns:p14="http://schemas.microsoft.com/office/powerpoint/2010/main" val="483830749"/>
              </p:ext>
            </p:extLst>
          </p:nvPr>
        </p:nvGraphicFramePr>
        <p:xfrm>
          <a:off x="3248714" y="2720007"/>
          <a:ext cx="6949442" cy="3727952"/>
        </p:xfrm>
        <a:graphic>
          <a:graphicData uri="http://schemas.openxmlformats.org/drawingml/2006/table">
            <a:tbl>
              <a:tblPr firstRow="1" firstCol="1" bandRow="1"/>
              <a:tblGrid>
                <a:gridCol w="1360545">
                  <a:extLst>
                    <a:ext uri="{9D8B030D-6E8A-4147-A177-3AD203B41FA5}">
                      <a16:colId xmlns:a16="http://schemas.microsoft.com/office/drawing/2014/main" val="3255658448"/>
                    </a:ext>
                  </a:extLst>
                </a:gridCol>
                <a:gridCol w="2715923">
                  <a:extLst>
                    <a:ext uri="{9D8B030D-6E8A-4147-A177-3AD203B41FA5}">
                      <a16:colId xmlns:a16="http://schemas.microsoft.com/office/drawing/2014/main" val="151573815"/>
                    </a:ext>
                  </a:extLst>
                </a:gridCol>
                <a:gridCol w="1481100">
                  <a:extLst>
                    <a:ext uri="{9D8B030D-6E8A-4147-A177-3AD203B41FA5}">
                      <a16:colId xmlns:a16="http://schemas.microsoft.com/office/drawing/2014/main" val="553679345"/>
                    </a:ext>
                  </a:extLst>
                </a:gridCol>
                <a:gridCol w="1391874">
                  <a:extLst>
                    <a:ext uri="{9D8B030D-6E8A-4147-A177-3AD203B41FA5}">
                      <a16:colId xmlns:a16="http://schemas.microsoft.com/office/drawing/2014/main" val="270868149"/>
                    </a:ext>
                  </a:extLst>
                </a:gridCol>
              </a:tblGrid>
              <a:tr h="323948">
                <a:tc>
                  <a:txBody>
                    <a:bodyPr/>
                    <a:lstStyle/>
                    <a:p>
                      <a:pPr marL="0" marR="0" algn="ctr" fontAlgn="ctr">
                        <a:lnSpc>
                          <a:spcPct val="115000"/>
                        </a:lnSpc>
                        <a:buNone/>
                      </a:pPr>
                      <a:r>
                        <a:rPr lang="en-US" sz="1500" b="1"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Field Name</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1"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Description</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1"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Data Type</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1"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Length</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1120126"/>
                  </a:ext>
                </a:extLst>
              </a:tr>
              <a:tr h="323948">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user_id</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Unique identifier for each user</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INT</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11</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7353717"/>
                  </a:ext>
                </a:extLst>
              </a:tr>
              <a:tr h="323948">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username</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User’s login name</a:t>
                      </a:r>
                      <a:endParaRPr lang="en-US" sz="2400" b="0" i="0" u="none" strike="noStrike" dirty="0">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VARCHAR</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50</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72636436"/>
                  </a:ext>
                </a:extLst>
              </a:tr>
              <a:tr h="323948">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password</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password</a:t>
                      </a:r>
                      <a:endParaRPr lang="en-US" sz="2400" b="0" i="0" u="none" strike="noStrike" dirty="0">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VARCHAR</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255</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7615969"/>
                  </a:ext>
                </a:extLst>
              </a:tr>
              <a:tr h="323948">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email</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email address</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VARCHAR</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100</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1362644"/>
                  </a:ext>
                </a:extLst>
              </a:tr>
              <a:tr h="323948">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full_name</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Full name</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VARCHAR</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100</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8624545"/>
                  </a:ext>
                </a:extLst>
              </a:tr>
              <a:tr h="323948">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phone</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Contact number</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VARCHAR</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3459313"/>
                  </a:ext>
                </a:extLst>
              </a:tr>
              <a:tr h="379014">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role</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admin, doctor, nurse, patient</a:t>
                      </a:r>
                      <a:endParaRPr lang="en-US" sz="2400" b="0" i="0" u="none" strike="noStrike" dirty="0">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ENUM</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1851183"/>
                  </a:ext>
                </a:extLst>
              </a:tr>
              <a:tr h="323948">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created_at</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Record creation timestamp</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TIMESTAMP</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977307"/>
                  </a:ext>
                </a:extLst>
              </a:tr>
              <a:tr h="323948">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updated_at</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Record update timestamp</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TIMESTAMP</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1150446"/>
                  </a:ext>
                </a:extLst>
              </a:tr>
              <a:tr h="323948">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is_active</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Indicates if user is active</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TINYINT</a:t>
                      </a:r>
                      <a:endParaRPr lang="en-US" sz="2400" b="0" i="0" u="none" strike="noStrike">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buNone/>
                      </a:pPr>
                      <a:r>
                        <a:rPr lang="en-US" sz="1500" b="0" i="0" u="none" strike="noStrike"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a:t>
                      </a:r>
                      <a:endParaRPr lang="en-US" sz="2400" b="0" i="0" u="none" strike="noStrike" dirty="0">
                        <a:effectLst/>
                        <a:latin typeface="Arial" panose="020B0604020202020204" pitchFamily="34" charset="0"/>
                      </a:endParaRPr>
                    </a:p>
                  </a:txBody>
                  <a:tcPr marL="92999" marR="92999" marT="1291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0316951"/>
                  </a:ext>
                </a:extLst>
              </a:tr>
            </a:tbl>
          </a:graphicData>
        </a:graphic>
      </p:graphicFrame>
    </p:spTree>
    <p:extLst>
      <p:ext uri="{BB962C8B-B14F-4D97-AF65-F5344CB8AC3E}">
        <p14:creationId xmlns:p14="http://schemas.microsoft.com/office/powerpoint/2010/main" val="3124425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3B204-7825-8434-DA3D-6D4DC2C6E94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7BEB3C75-7758-0C1D-7F0F-2FA17DA492BE}"/>
              </a:ext>
            </a:extLst>
          </p:cNvPr>
          <p:cNvSpPr>
            <a:spLocks noGrp="1"/>
          </p:cNvSpPr>
          <p:nvPr>
            <p:ph type="title"/>
          </p:nvPr>
        </p:nvSpPr>
        <p:spPr>
          <a:xfrm>
            <a:off x="696685" y="0"/>
            <a:ext cx="10360152" cy="644433"/>
          </a:xfrm>
        </p:spPr>
        <p:txBody>
          <a:bodyPr vert="horz" lIns="91440" tIns="45720" rIns="91440" bIns="45720" rtlCol="0" anchor="b" anchorCtr="0">
            <a:normAutofit/>
          </a:bodyPr>
          <a:lstStyle/>
          <a:p>
            <a:r>
              <a:rPr lang="en-US" kern="1200" dirty="0">
                <a:latin typeface="+mj-lt"/>
                <a:ea typeface="+mj-ea"/>
                <a:cs typeface="+mj-cs"/>
              </a:rPr>
              <a:t>All the file designs</a:t>
            </a:r>
          </a:p>
        </p:txBody>
      </p:sp>
      <p:sp>
        <p:nvSpPr>
          <p:cNvPr id="3" name="Rectangle 1">
            <a:extLst>
              <a:ext uri="{FF2B5EF4-FFF2-40B4-BE49-F238E27FC236}">
                <a16:creationId xmlns:a16="http://schemas.microsoft.com/office/drawing/2014/main" id="{D316B10E-7B7A-A3A7-667A-9B2D2BC05D53}"/>
              </a:ext>
            </a:extLst>
          </p:cNvPr>
          <p:cNvSpPr>
            <a:spLocks noChangeArrowheads="1"/>
          </p:cNvSpPr>
          <p:nvPr/>
        </p:nvSpPr>
        <p:spPr bwMode="auto">
          <a:xfrm>
            <a:off x="228598" y="644433"/>
            <a:ext cx="9122231" cy="234042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lnSpc>
                <a:spcPct val="90000"/>
              </a:lnSpc>
              <a:spcBef>
                <a:spcPts val="1000"/>
              </a:spcBef>
              <a:spcAft>
                <a:spcPct val="0"/>
              </a:spcAft>
              <a:buClrTx/>
              <a:buSzTx/>
              <a:tabLst/>
            </a:pPr>
            <a:r>
              <a:rPr kumimoji="0" lang="en-US" altLang="en-US" sz="1400" b="1" i="0" u="none" strike="noStrike" cap="all" normalizeH="0" baseline="0" dirty="0">
                <a:ln>
                  <a:noFill/>
                </a:ln>
                <a:effectLst/>
              </a:rPr>
              <a:t>2. Name of the file: </a:t>
            </a:r>
            <a:r>
              <a:rPr kumimoji="0" lang="en-US" altLang="en-US" sz="1400" b="1" i="0" u="none" strike="noStrike" cap="all" normalizeH="0" baseline="0" dirty="0" err="1">
                <a:ln>
                  <a:noFill/>
                </a:ln>
                <a:effectLst/>
              </a:rPr>
              <a:t>patients_file</a:t>
            </a:r>
            <a:endParaRPr kumimoji="0" lang="en-US" altLang="en-US" sz="1400" b="0" i="0" u="none" strike="noStrike" cap="all" normalizeH="0" baseline="0" dirty="0">
              <a:ln>
                <a:noFill/>
              </a:ln>
              <a:effectLst/>
            </a:endParaRPr>
          </a:p>
          <a:p>
            <a:pPr marL="228600" marR="0" lvl="0" indent="-228600" fontAlgn="base">
              <a:lnSpc>
                <a:spcPct val="90000"/>
              </a:lnSpc>
              <a:spcBef>
                <a:spcPts val="1000"/>
              </a:spcBef>
              <a:spcAft>
                <a:spcPct val="0"/>
              </a:spcAft>
              <a:buClrTx/>
              <a:buSzTx/>
              <a:buFont typeface="+mj-lt"/>
              <a:buAutoNum type="arabicPeriod"/>
              <a:tabLst/>
            </a:pPr>
            <a:r>
              <a:rPr kumimoji="0" lang="en-US" altLang="en-US" sz="1400" b="0" i="0" u="none" strike="noStrike" cap="all" normalizeH="0" baseline="0" dirty="0">
                <a:ln>
                  <a:noFill/>
                </a:ln>
                <a:effectLst/>
              </a:rPr>
              <a:t>Name of the file	: 	patients</a:t>
            </a:r>
            <a:endParaRPr lang="en-US" altLang="en-US" sz="1400" cap="all" dirty="0"/>
          </a:p>
          <a:p>
            <a:pPr marL="228600" marR="0" lvl="0" indent="-228600" fontAlgn="base">
              <a:lnSpc>
                <a:spcPct val="90000"/>
              </a:lnSpc>
              <a:spcBef>
                <a:spcPts val="1000"/>
              </a:spcBef>
              <a:spcAft>
                <a:spcPct val="0"/>
              </a:spcAft>
              <a:buClrTx/>
              <a:buSzTx/>
              <a:buFont typeface="+mj-lt"/>
              <a:buAutoNum type="arabicPeriod"/>
              <a:tabLst/>
            </a:pPr>
            <a:r>
              <a:rPr kumimoji="0" lang="en-US" altLang="en-US" sz="1400" b="0" i="0" u="none" strike="noStrike" cap="all" normalizeH="0" baseline="0" dirty="0">
                <a:ln>
                  <a:noFill/>
                </a:ln>
                <a:effectLst/>
              </a:rPr>
              <a:t>Description	: 	Contains personal information of patients 					linked to their user.</a:t>
            </a:r>
          </a:p>
          <a:p>
            <a:pPr marL="228600" marR="0" lvl="0" indent="-228600" fontAlgn="base">
              <a:lnSpc>
                <a:spcPct val="90000"/>
              </a:lnSpc>
              <a:spcBef>
                <a:spcPts val="1000"/>
              </a:spcBef>
              <a:spcAft>
                <a:spcPct val="0"/>
              </a:spcAft>
              <a:buClrTx/>
              <a:buSzTx/>
              <a:buFont typeface="+mj-lt"/>
              <a:buAutoNum type="arabicPeriod"/>
              <a:tabLst/>
            </a:pPr>
            <a:r>
              <a:rPr kumimoji="0" lang="en-US" altLang="en-US" sz="1400" b="0" i="0" u="none" strike="noStrike" cap="all" normalizeH="0" baseline="0" dirty="0">
                <a:ln>
                  <a:noFill/>
                </a:ln>
                <a:effectLst/>
              </a:rPr>
              <a:t>Number of Fields	:	 12</a:t>
            </a:r>
          </a:p>
          <a:p>
            <a:pPr marL="228600" marR="0" lvl="0" indent="-228600" fontAlgn="base">
              <a:lnSpc>
                <a:spcPct val="90000"/>
              </a:lnSpc>
              <a:spcBef>
                <a:spcPts val="1000"/>
              </a:spcBef>
              <a:spcAft>
                <a:spcPct val="0"/>
              </a:spcAft>
              <a:buClrTx/>
              <a:buSzTx/>
              <a:buFont typeface="+mj-lt"/>
              <a:buAutoNum type="arabicPeriod"/>
              <a:tabLst/>
            </a:pPr>
            <a:r>
              <a:rPr kumimoji="0" lang="en-US" altLang="en-US" sz="1400" b="0" i="0" u="none" strike="noStrike" cap="all" normalizeH="0" baseline="0" dirty="0">
                <a:ln>
                  <a:noFill/>
                </a:ln>
                <a:effectLst/>
              </a:rPr>
              <a:t>Primary Key	: 	</a:t>
            </a:r>
            <a:r>
              <a:rPr kumimoji="0" lang="en-US" altLang="en-US" sz="1400" b="0" i="0" u="none" strike="noStrike" cap="all" normalizeH="0" baseline="0" dirty="0" err="1">
                <a:ln>
                  <a:noFill/>
                </a:ln>
                <a:effectLst/>
              </a:rPr>
              <a:t>patient_id</a:t>
            </a:r>
            <a:endParaRPr kumimoji="0" lang="en-US" altLang="en-US" sz="1400" b="0" i="0" u="none" strike="noStrike" cap="all" normalizeH="0" baseline="0" dirty="0">
              <a:ln>
                <a:noFill/>
              </a:ln>
              <a:effectLst/>
            </a:endParaRPr>
          </a:p>
          <a:p>
            <a:pPr marL="228600" marR="0" lvl="0" indent="-228600" fontAlgn="base">
              <a:lnSpc>
                <a:spcPct val="90000"/>
              </a:lnSpc>
              <a:spcBef>
                <a:spcPts val="1000"/>
              </a:spcBef>
              <a:spcAft>
                <a:spcPct val="0"/>
              </a:spcAft>
              <a:buClrTx/>
              <a:buSzTx/>
              <a:buFont typeface="+mj-lt"/>
              <a:buAutoNum type="arabicPeriod"/>
              <a:tabLst/>
            </a:pPr>
            <a:r>
              <a:rPr kumimoji="0" lang="en-US" altLang="en-US" sz="1400" b="0" i="0" u="none" strike="noStrike" cap="all" normalizeH="0" baseline="0" dirty="0">
                <a:ln>
                  <a:noFill/>
                </a:ln>
                <a:effectLst/>
              </a:rPr>
              <a:t>Foreign Keys	: 	</a:t>
            </a:r>
            <a:r>
              <a:rPr kumimoji="0" lang="en-US" altLang="en-US" sz="1400" b="0" i="0" u="none" strike="noStrike" cap="all" normalizeH="0" baseline="0" dirty="0" err="1">
                <a:ln>
                  <a:noFill/>
                </a:ln>
                <a:effectLst/>
              </a:rPr>
              <a:t>user_id</a:t>
            </a:r>
            <a:endParaRPr kumimoji="0" lang="en-US" altLang="en-US" sz="1400" b="0" i="0" u="none" strike="noStrike" cap="all" normalizeH="0" baseline="0" dirty="0">
              <a:ln>
                <a:noFill/>
              </a:ln>
              <a:effectLst/>
            </a:endParaRPr>
          </a:p>
          <a:p>
            <a:pPr marL="228600" marR="0" lvl="0" indent="-228600" fontAlgn="base">
              <a:lnSpc>
                <a:spcPct val="90000"/>
              </a:lnSpc>
              <a:spcBef>
                <a:spcPts val="1000"/>
              </a:spcBef>
              <a:spcAft>
                <a:spcPct val="0"/>
              </a:spcAft>
              <a:buClrTx/>
              <a:buSzTx/>
              <a:buFont typeface="+mj-lt"/>
              <a:buAutoNum type="arabicPeriod"/>
              <a:tabLst/>
            </a:pPr>
            <a:endParaRPr kumimoji="0" lang="en-US" altLang="en-US" sz="1400" b="0" i="0" u="none" strike="noStrike" cap="all" normalizeH="0" baseline="0" dirty="0">
              <a:ln>
                <a:noFill/>
              </a:ln>
              <a:effectLst/>
            </a:endParaRPr>
          </a:p>
        </p:txBody>
      </p:sp>
      <p:sp>
        <p:nvSpPr>
          <p:cNvPr id="5" name="Slide Number Placeholder 4">
            <a:extLst>
              <a:ext uri="{FF2B5EF4-FFF2-40B4-BE49-F238E27FC236}">
                <a16:creationId xmlns:a16="http://schemas.microsoft.com/office/drawing/2014/main" id="{8FFFA8FA-6240-5539-8B2A-5B01BD40308B}"/>
              </a:ext>
            </a:extLst>
          </p:cNvPr>
          <p:cNvSpPr>
            <a:spLocks noGrp="1"/>
          </p:cNvSpPr>
          <p:nvPr>
            <p:ph type="sldNum" sz="quarter" idx="4"/>
          </p:nvPr>
        </p:nvSpPr>
        <p:spPr>
          <a:xfrm>
            <a:off x="11353800" y="5879804"/>
            <a:ext cx="661416" cy="895899"/>
          </a:xfrm>
        </p:spPr>
        <p:txBody>
          <a:bodyPr vert="horz" lIns="91440" tIns="45720" rIns="91440" bIns="45720" rtlCol="0" anchor="ctr">
            <a:normAutofit/>
          </a:bodyPr>
          <a:lstStyle/>
          <a:p>
            <a:pPr>
              <a:spcAft>
                <a:spcPts val="600"/>
              </a:spcAft>
            </a:pPr>
            <a:fld id="{58FB4751-880F-D840-AAA9-3A15815CC996}" type="slidenum">
              <a:rPr lang="en-US" smtClean="0"/>
              <a:pPr>
                <a:spcAft>
                  <a:spcPts val="600"/>
                </a:spcAft>
              </a:pPr>
              <a:t>15</a:t>
            </a:fld>
            <a:endParaRPr lang="en-US"/>
          </a:p>
        </p:txBody>
      </p:sp>
      <p:graphicFrame>
        <p:nvGraphicFramePr>
          <p:cNvPr id="7" name="Table 6">
            <a:extLst>
              <a:ext uri="{FF2B5EF4-FFF2-40B4-BE49-F238E27FC236}">
                <a16:creationId xmlns:a16="http://schemas.microsoft.com/office/drawing/2014/main" id="{7AA0368F-CBCD-2DB4-15AC-0F64BB3BC5AD}"/>
              </a:ext>
            </a:extLst>
          </p:cNvPr>
          <p:cNvGraphicFramePr>
            <a:graphicFrameLocks noGrp="1"/>
          </p:cNvGraphicFramePr>
          <p:nvPr>
            <p:extLst>
              <p:ext uri="{D42A27DB-BD31-4B8C-83A1-F6EECF244321}">
                <p14:modId xmlns:p14="http://schemas.microsoft.com/office/powerpoint/2010/main" val="2662049242"/>
              </p:ext>
            </p:extLst>
          </p:nvPr>
        </p:nvGraphicFramePr>
        <p:xfrm>
          <a:off x="3926695" y="2007327"/>
          <a:ext cx="7130142" cy="4206240"/>
        </p:xfrm>
        <a:graphic>
          <a:graphicData uri="http://schemas.openxmlformats.org/drawingml/2006/table">
            <a:tbl>
              <a:tblPr firstRow="1" firstCol="1" bandRow="1">
                <a:tableStyleId>{2D5ABB26-0587-4C30-8999-92F81FD0307C}</a:tableStyleId>
              </a:tblPr>
              <a:tblGrid>
                <a:gridCol w="1519339">
                  <a:extLst>
                    <a:ext uri="{9D8B030D-6E8A-4147-A177-3AD203B41FA5}">
                      <a16:colId xmlns:a16="http://schemas.microsoft.com/office/drawing/2014/main" val="630563957"/>
                    </a:ext>
                  </a:extLst>
                </a:gridCol>
                <a:gridCol w="2538605">
                  <a:extLst>
                    <a:ext uri="{9D8B030D-6E8A-4147-A177-3AD203B41FA5}">
                      <a16:colId xmlns:a16="http://schemas.microsoft.com/office/drawing/2014/main" val="2216974819"/>
                    </a:ext>
                  </a:extLst>
                </a:gridCol>
                <a:gridCol w="1390574">
                  <a:extLst>
                    <a:ext uri="{9D8B030D-6E8A-4147-A177-3AD203B41FA5}">
                      <a16:colId xmlns:a16="http://schemas.microsoft.com/office/drawing/2014/main" val="602884168"/>
                    </a:ext>
                  </a:extLst>
                </a:gridCol>
                <a:gridCol w="1681624">
                  <a:extLst>
                    <a:ext uri="{9D8B030D-6E8A-4147-A177-3AD203B41FA5}">
                      <a16:colId xmlns:a16="http://schemas.microsoft.com/office/drawing/2014/main" val="424511757"/>
                    </a:ext>
                  </a:extLst>
                </a:gridCol>
              </a:tblGrid>
              <a:tr h="269553">
                <a:tc>
                  <a:txBody>
                    <a:bodyPr/>
                    <a:lstStyle/>
                    <a:p>
                      <a:pPr marL="0" marR="0" algn="ctr" defTabSz="914400" rtl="0" eaLnBrk="1" fontAlgn="ctr" latinLnBrk="0" hangingPunct="1">
                        <a:lnSpc>
                          <a:spcPct val="115000"/>
                        </a:lnSpc>
                        <a:buNone/>
                      </a:pPr>
                      <a:r>
                        <a:rPr lang="en-US" sz="1600" b="1" i="0" u="none" strike="noStrike" kern="1200" dirty="0">
                          <a:solidFill>
                            <a:srgbClr val="000000"/>
                          </a:solidFill>
                          <a:effectLst/>
                          <a:latin typeface="Aptos Narrow" panose="020B0004020202020204" pitchFamily="34" charset="0"/>
                          <a:cs typeface="Times New Roman" panose="02020603050405020304" pitchFamily="18" charset="0"/>
                        </a:rPr>
                        <a:t>Field Name</a:t>
                      </a:r>
                      <a:endParaRPr lang="en-US" sz="1600" b="1"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1" i="0" u="none" strike="noStrike" kern="1200">
                          <a:solidFill>
                            <a:srgbClr val="000000"/>
                          </a:solidFill>
                          <a:effectLst/>
                          <a:latin typeface="Aptos Narrow" panose="020B0004020202020204" pitchFamily="34" charset="0"/>
                          <a:cs typeface="Times New Roman" panose="02020603050405020304" pitchFamily="18" charset="0"/>
                        </a:rPr>
                        <a:t>Description</a:t>
                      </a:r>
                      <a:endParaRPr lang="en-US" sz="1600" b="1"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1" i="0" u="none" strike="noStrike" kern="1200">
                          <a:solidFill>
                            <a:srgbClr val="000000"/>
                          </a:solidFill>
                          <a:effectLst/>
                          <a:latin typeface="Aptos Narrow" panose="020B0004020202020204" pitchFamily="34" charset="0"/>
                          <a:cs typeface="Times New Roman" panose="02020603050405020304" pitchFamily="18" charset="0"/>
                        </a:rPr>
                        <a:t>Data Type</a:t>
                      </a:r>
                      <a:endParaRPr lang="en-US" sz="1600" b="1"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1" i="0" u="none" strike="noStrike" kern="1200">
                          <a:solidFill>
                            <a:srgbClr val="000000"/>
                          </a:solidFill>
                          <a:effectLst/>
                          <a:latin typeface="Aptos Narrow" panose="020B0004020202020204" pitchFamily="34" charset="0"/>
                          <a:cs typeface="Times New Roman" panose="02020603050405020304" pitchFamily="18" charset="0"/>
                        </a:rPr>
                        <a:t>Length</a:t>
                      </a:r>
                      <a:endParaRPr lang="en-US" sz="1600" b="1"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9221981"/>
                  </a:ext>
                </a:extLst>
              </a:tr>
              <a:tr h="269553">
                <a:tc>
                  <a:txBody>
                    <a:bodyPr/>
                    <a:lstStyle/>
                    <a:p>
                      <a:pPr marL="0" marR="0" algn="ctr" defTabSz="914400" rtl="0" eaLnBrk="1" fontAlgn="ctr" latinLnBrk="0" hangingPunct="1">
                        <a:lnSpc>
                          <a:spcPct val="115000"/>
                        </a:lnSpc>
                        <a:buNone/>
                      </a:pPr>
                      <a:r>
                        <a:rPr lang="en-US" sz="1600" b="0" i="0" u="none" strike="noStrike" kern="1200" dirty="0" err="1">
                          <a:solidFill>
                            <a:srgbClr val="000000"/>
                          </a:solidFill>
                          <a:effectLst/>
                          <a:latin typeface="Aptos Narrow" panose="020B0004020202020204" pitchFamily="34" charset="0"/>
                          <a:cs typeface="Times New Roman" panose="02020603050405020304" pitchFamily="18" charset="0"/>
                        </a:rPr>
                        <a:t>patient_id</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Unique patient identifier</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INT</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11</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7990555"/>
                  </a:ext>
                </a:extLst>
              </a:tr>
              <a:tr h="269553">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date_of_birth</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Date of birth</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DATE</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 </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409581"/>
                  </a:ext>
                </a:extLst>
              </a:tr>
              <a:tr h="269553">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gender</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Gender of patient</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ENUM</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 </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5143604"/>
                  </a:ext>
                </a:extLst>
              </a:tr>
              <a:tr h="269553">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address</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Residential address</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TEXT</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 </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2551"/>
                  </a:ext>
                </a:extLst>
              </a:tr>
              <a:tr h="550353">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emergency_contact</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Emergency contact person</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VARCHAR</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100</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377259"/>
                  </a:ext>
                </a:extLst>
              </a:tr>
              <a:tr h="343912">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emergency_phone</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Emergency contact number</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VARCHAR</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15</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362172"/>
                  </a:ext>
                </a:extLst>
              </a:tr>
              <a:tr h="269553">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blood_group</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Blood group</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VARCHAR</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5</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8371326"/>
                  </a:ext>
                </a:extLst>
              </a:tr>
              <a:tr h="269553">
                <a:tc>
                  <a:txBody>
                    <a:bodyPr/>
                    <a:lstStyle/>
                    <a:p>
                      <a:pPr marL="0" marR="0" algn="ctr" defTabSz="914400" rtl="0" eaLnBrk="1" fontAlgn="ctr" latinLnBrk="0" hangingPunct="1">
                        <a:lnSpc>
                          <a:spcPct val="115000"/>
                        </a:lnSpc>
                        <a:buNone/>
                      </a:pPr>
                      <a:r>
                        <a:rPr lang="en-US" sz="1600" b="0" i="0" u="none" strike="noStrike" kern="1200" dirty="0" err="1">
                          <a:solidFill>
                            <a:srgbClr val="000000"/>
                          </a:solidFill>
                          <a:effectLst/>
                          <a:latin typeface="Aptos Narrow" panose="020B0004020202020204" pitchFamily="34" charset="0"/>
                          <a:cs typeface="Times New Roman" panose="02020603050405020304" pitchFamily="18" charset="0"/>
                        </a:rPr>
                        <a:t>medical_history</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Medical history details</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TEXT</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 </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0897836"/>
                  </a:ext>
                </a:extLst>
              </a:tr>
              <a:tr h="269553">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allergies</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Known allergies</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TEXT</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 </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8383275"/>
                  </a:ext>
                </a:extLst>
              </a:tr>
              <a:tr h="269553">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created_at</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Record creation timestamp</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TIMESTAMP</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 </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661406"/>
                  </a:ext>
                </a:extLst>
              </a:tr>
              <a:tr h="269553">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updated_at</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Record update timestamp</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TIMESTAMP</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 </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0366342"/>
                  </a:ext>
                </a:extLst>
              </a:tr>
              <a:tr h="269553">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user_id</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References users</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a:solidFill>
                            <a:srgbClr val="000000"/>
                          </a:solidFill>
                          <a:effectLst/>
                          <a:latin typeface="Aptos Narrow" panose="020B0004020202020204" pitchFamily="34" charset="0"/>
                          <a:cs typeface="Times New Roman" panose="02020603050405020304" pitchFamily="18" charset="0"/>
                        </a:rPr>
                        <a:t>INT</a:t>
                      </a:r>
                      <a:endParaRPr lang="en-US" sz="1600" b="0" i="0" u="none" strike="noStrike" kern="120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ctr" latinLnBrk="0" hangingPunct="1">
                        <a:lnSpc>
                          <a:spcPct val="115000"/>
                        </a:lnSpc>
                        <a:buNone/>
                      </a:pPr>
                      <a:r>
                        <a:rPr lang="en-US" sz="1600" b="0" i="0" u="none" strike="noStrike" kern="1200" dirty="0">
                          <a:solidFill>
                            <a:srgbClr val="000000"/>
                          </a:solidFill>
                          <a:effectLst/>
                          <a:latin typeface="Aptos Narrow" panose="020B0004020202020204" pitchFamily="34" charset="0"/>
                          <a:cs typeface="Times New Roman" panose="02020603050405020304" pitchFamily="18" charset="0"/>
                        </a:rPr>
                        <a:t>11</a:t>
                      </a:r>
                      <a:endParaRPr lang="en-US" sz="1600" b="0" i="0" u="none" strike="noStrike" kern="12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671939"/>
                  </a:ext>
                </a:extLst>
              </a:tr>
            </a:tbl>
          </a:graphicData>
        </a:graphic>
      </p:graphicFrame>
    </p:spTree>
    <p:extLst>
      <p:ext uri="{BB962C8B-B14F-4D97-AF65-F5344CB8AC3E}">
        <p14:creationId xmlns:p14="http://schemas.microsoft.com/office/powerpoint/2010/main" val="4226218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46C98-2F1E-37A6-C19F-2D4FA716F80A}"/>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B926DED8-9155-D664-FB79-011856E54DFC}"/>
              </a:ext>
            </a:extLst>
          </p:cNvPr>
          <p:cNvSpPr>
            <a:spLocks noGrp="1"/>
          </p:cNvSpPr>
          <p:nvPr>
            <p:ph type="title"/>
          </p:nvPr>
        </p:nvSpPr>
        <p:spPr>
          <a:xfrm>
            <a:off x="696685" y="0"/>
            <a:ext cx="10360152" cy="644433"/>
          </a:xfrm>
        </p:spPr>
        <p:txBody>
          <a:bodyPr vert="horz" lIns="91440" tIns="45720" rIns="91440" bIns="45720" rtlCol="0" anchor="b" anchorCtr="0">
            <a:normAutofit/>
          </a:bodyPr>
          <a:lstStyle/>
          <a:p>
            <a:r>
              <a:rPr lang="en-US" kern="1200" dirty="0">
                <a:latin typeface="+mj-lt"/>
                <a:ea typeface="+mj-ea"/>
                <a:cs typeface="+mj-cs"/>
              </a:rPr>
              <a:t>All the file designs</a:t>
            </a:r>
          </a:p>
        </p:txBody>
      </p:sp>
      <p:sp>
        <p:nvSpPr>
          <p:cNvPr id="3" name="Rectangle 1">
            <a:extLst>
              <a:ext uri="{FF2B5EF4-FFF2-40B4-BE49-F238E27FC236}">
                <a16:creationId xmlns:a16="http://schemas.microsoft.com/office/drawing/2014/main" id="{68F90A71-9485-CD01-264B-26ACBC2DA21F}"/>
              </a:ext>
            </a:extLst>
          </p:cNvPr>
          <p:cNvSpPr>
            <a:spLocks noChangeArrowheads="1"/>
          </p:cNvSpPr>
          <p:nvPr/>
        </p:nvSpPr>
        <p:spPr bwMode="auto">
          <a:xfrm>
            <a:off x="228598" y="644433"/>
            <a:ext cx="9122231" cy="234042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p>
            <a:r>
              <a:rPr lang="en-US" sz="2000" b="1" dirty="0"/>
              <a:t>3. Name of the file: </a:t>
            </a:r>
            <a:r>
              <a:rPr lang="en-US" sz="2000" dirty="0"/>
              <a:t>appointments</a:t>
            </a:r>
            <a:br>
              <a:rPr lang="en-US" sz="2000" dirty="0"/>
            </a:br>
            <a:r>
              <a:rPr lang="en-US" sz="2000" dirty="0"/>
              <a:t>Description	: Tracks scheduled, completed, and cancelled appointments between patients and doctors.</a:t>
            </a:r>
            <a:br>
              <a:rPr lang="en-US" sz="2000" dirty="0"/>
            </a:br>
            <a:r>
              <a:rPr lang="en-US" sz="2000" dirty="0"/>
              <a:t>Number of Fields	: 10</a:t>
            </a:r>
            <a:br>
              <a:rPr lang="en-US" sz="2000" dirty="0"/>
            </a:br>
            <a:r>
              <a:rPr lang="en-US" sz="2000" dirty="0"/>
              <a:t>Primary Key	: </a:t>
            </a:r>
            <a:r>
              <a:rPr lang="en-US" sz="2000" dirty="0" err="1"/>
              <a:t>appointment_id</a:t>
            </a:r>
            <a:br>
              <a:rPr lang="en-US" sz="2000" dirty="0"/>
            </a:br>
            <a:r>
              <a:rPr lang="en-US" sz="2000" dirty="0"/>
              <a:t>Foreign Keys	:patients(</a:t>
            </a:r>
            <a:r>
              <a:rPr lang="en-US" sz="2000" dirty="0" err="1"/>
              <a:t>patient_id</a:t>
            </a:r>
            <a:r>
              <a:rPr lang="en-US" sz="2000" dirty="0"/>
              <a:t>)</a:t>
            </a:r>
          </a:p>
          <a:p>
            <a:pPr lvl="0"/>
            <a:r>
              <a:rPr lang="en-US" sz="2000" dirty="0"/>
              <a:t>		doctors(</a:t>
            </a:r>
            <a:r>
              <a:rPr lang="en-US" sz="2000" dirty="0" err="1"/>
              <a:t>doctor_id</a:t>
            </a:r>
            <a:r>
              <a:rPr lang="en-US" sz="2000" dirty="0"/>
              <a:t>)</a:t>
            </a:r>
          </a:p>
        </p:txBody>
      </p:sp>
      <p:sp>
        <p:nvSpPr>
          <p:cNvPr id="5" name="Slide Number Placeholder 4">
            <a:extLst>
              <a:ext uri="{FF2B5EF4-FFF2-40B4-BE49-F238E27FC236}">
                <a16:creationId xmlns:a16="http://schemas.microsoft.com/office/drawing/2014/main" id="{CC604CEF-F309-1DBF-92FF-CC1CDA3E03B6}"/>
              </a:ext>
            </a:extLst>
          </p:cNvPr>
          <p:cNvSpPr>
            <a:spLocks noGrp="1"/>
          </p:cNvSpPr>
          <p:nvPr>
            <p:ph type="sldNum" sz="quarter" idx="4"/>
          </p:nvPr>
        </p:nvSpPr>
        <p:spPr>
          <a:xfrm>
            <a:off x="11353800" y="5879804"/>
            <a:ext cx="661416" cy="895899"/>
          </a:xfrm>
        </p:spPr>
        <p:txBody>
          <a:bodyPr vert="horz" lIns="91440" tIns="45720" rIns="91440" bIns="45720" rtlCol="0" anchor="ctr">
            <a:normAutofit/>
          </a:bodyPr>
          <a:lstStyle/>
          <a:p>
            <a:pPr>
              <a:spcAft>
                <a:spcPts val="600"/>
              </a:spcAft>
            </a:pPr>
            <a:fld id="{58FB4751-880F-D840-AAA9-3A15815CC996}" type="slidenum">
              <a:rPr lang="en-US" smtClean="0"/>
              <a:pPr>
                <a:spcAft>
                  <a:spcPts val="600"/>
                </a:spcAft>
              </a:pPr>
              <a:t>16</a:t>
            </a:fld>
            <a:endParaRPr lang="en-US"/>
          </a:p>
        </p:txBody>
      </p:sp>
      <p:graphicFrame>
        <p:nvGraphicFramePr>
          <p:cNvPr id="7" name="Table 6">
            <a:extLst>
              <a:ext uri="{FF2B5EF4-FFF2-40B4-BE49-F238E27FC236}">
                <a16:creationId xmlns:a16="http://schemas.microsoft.com/office/drawing/2014/main" id="{5D72B009-8FDD-DBA7-D28A-B0A1EB4F0C23}"/>
              </a:ext>
            </a:extLst>
          </p:cNvPr>
          <p:cNvGraphicFramePr>
            <a:graphicFrameLocks noGrp="1"/>
          </p:cNvGraphicFramePr>
          <p:nvPr>
            <p:extLst>
              <p:ext uri="{D42A27DB-BD31-4B8C-83A1-F6EECF244321}">
                <p14:modId xmlns:p14="http://schemas.microsoft.com/office/powerpoint/2010/main" val="3423233287"/>
              </p:ext>
            </p:extLst>
          </p:nvPr>
        </p:nvGraphicFramePr>
        <p:xfrm>
          <a:off x="4299858" y="2175011"/>
          <a:ext cx="7130142" cy="4152742"/>
        </p:xfrm>
        <a:graphic>
          <a:graphicData uri="http://schemas.openxmlformats.org/drawingml/2006/table">
            <a:tbl>
              <a:tblPr firstRow="1" firstCol="1" bandRow="1">
                <a:tableStyleId>{2D5ABB26-0587-4C30-8999-92F81FD0307C}</a:tableStyleId>
              </a:tblPr>
              <a:tblGrid>
                <a:gridCol w="1519339">
                  <a:extLst>
                    <a:ext uri="{9D8B030D-6E8A-4147-A177-3AD203B41FA5}">
                      <a16:colId xmlns:a16="http://schemas.microsoft.com/office/drawing/2014/main" val="630563957"/>
                    </a:ext>
                  </a:extLst>
                </a:gridCol>
                <a:gridCol w="2538605">
                  <a:extLst>
                    <a:ext uri="{9D8B030D-6E8A-4147-A177-3AD203B41FA5}">
                      <a16:colId xmlns:a16="http://schemas.microsoft.com/office/drawing/2014/main" val="2216974819"/>
                    </a:ext>
                  </a:extLst>
                </a:gridCol>
                <a:gridCol w="1390574">
                  <a:extLst>
                    <a:ext uri="{9D8B030D-6E8A-4147-A177-3AD203B41FA5}">
                      <a16:colId xmlns:a16="http://schemas.microsoft.com/office/drawing/2014/main" val="602884168"/>
                    </a:ext>
                  </a:extLst>
                </a:gridCol>
                <a:gridCol w="1681624">
                  <a:extLst>
                    <a:ext uri="{9D8B030D-6E8A-4147-A177-3AD203B41FA5}">
                      <a16:colId xmlns:a16="http://schemas.microsoft.com/office/drawing/2014/main" val="424511757"/>
                    </a:ext>
                  </a:extLst>
                </a:gridCol>
              </a:tblGrid>
              <a:tr h="269553">
                <a:tc>
                  <a:txBody>
                    <a:bodyPr/>
                    <a:lstStyle/>
                    <a:p>
                      <a:pPr marL="0" marR="0" algn="ctr">
                        <a:lnSpc>
                          <a:spcPct val="115000"/>
                        </a:lnSpc>
                        <a:buNone/>
                      </a:pPr>
                      <a:r>
                        <a:rPr lang="en-US" sz="1600" b="1" kern="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Field Name</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b="1" kern="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Description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Data Type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Length</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9221981"/>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appointment_id</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Unique appointment identifier</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INT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7990555"/>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appointment_date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Date of appointment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DATE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409581"/>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appointment_time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Time of appointment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TIME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5143604"/>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status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Appointment status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ENUM</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2551"/>
                  </a:ext>
                </a:extLst>
              </a:tr>
              <a:tr h="5503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reason_for_visit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Reason for consultation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TEXT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377259"/>
                  </a:ext>
                </a:extLst>
              </a:tr>
              <a:tr h="343912">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notes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Additional remarks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TEXT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362172"/>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created_at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Record creation timestamp</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TIMESTAMP</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8371326"/>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updated_at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Record update timestamp</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TIMESTAMP</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0897836"/>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patient_id</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References patients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INT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8383275"/>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doctor_id</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References doctors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INT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661406"/>
                  </a:ext>
                </a:extLst>
              </a:tr>
            </a:tbl>
          </a:graphicData>
        </a:graphic>
      </p:graphicFrame>
    </p:spTree>
    <p:extLst>
      <p:ext uri="{BB962C8B-B14F-4D97-AF65-F5344CB8AC3E}">
        <p14:creationId xmlns:p14="http://schemas.microsoft.com/office/powerpoint/2010/main" val="2307926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E3394-899D-3EA1-3CF8-0603DE5AD2D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097C28A7-D29A-F3DC-C182-E591DDC3E2F7}"/>
              </a:ext>
            </a:extLst>
          </p:cNvPr>
          <p:cNvSpPr>
            <a:spLocks noGrp="1"/>
          </p:cNvSpPr>
          <p:nvPr>
            <p:ph type="title"/>
          </p:nvPr>
        </p:nvSpPr>
        <p:spPr>
          <a:xfrm>
            <a:off x="696685" y="0"/>
            <a:ext cx="10360152" cy="644433"/>
          </a:xfrm>
        </p:spPr>
        <p:txBody>
          <a:bodyPr vert="horz" lIns="91440" tIns="45720" rIns="91440" bIns="45720" rtlCol="0" anchor="b" anchorCtr="0">
            <a:normAutofit/>
          </a:bodyPr>
          <a:lstStyle/>
          <a:p>
            <a:r>
              <a:rPr lang="en-US" kern="1200" dirty="0">
                <a:latin typeface="+mj-lt"/>
                <a:ea typeface="+mj-ea"/>
                <a:cs typeface="+mj-cs"/>
              </a:rPr>
              <a:t>All the file designs</a:t>
            </a:r>
          </a:p>
        </p:txBody>
      </p:sp>
      <p:sp>
        <p:nvSpPr>
          <p:cNvPr id="3" name="Rectangle 1">
            <a:extLst>
              <a:ext uri="{FF2B5EF4-FFF2-40B4-BE49-F238E27FC236}">
                <a16:creationId xmlns:a16="http://schemas.microsoft.com/office/drawing/2014/main" id="{EF0D4949-1EA3-E393-99D5-EC1493D3C3F1}"/>
              </a:ext>
            </a:extLst>
          </p:cNvPr>
          <p:cNvSpPr>
            <a:spLocks noChangeArrowheads="1"/>
          </p:cNvSpPr>
          <p:nvPr/>
        </p:nvSpPr>
        <p:spPr bwMode="auto">
          <a:xfrm>
            <a:off x="228598" y="644433"/>
            <a:ext cx="9122231" cy="17939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r>
              <a:rPr lang="en-US" sz="2000" b="1" dirty="0"/>
              <a:t>4)Name of the file:</a:t>
            </a:r>
            <a:r>
              <a:rPr lang="en-US" sz="2000" dirty="0"/>
              <a:t> </a:t>
            </a:r>
            <a:r>
              <a:rPr lang="en-US" sz="2000" b="1" dirty="0" err="1"/>
              <a:t>prescriptions_file</a:t>
            </a:r>
            <a:endParaRPr lang="en-US" sz="2000" dirty="0"/>
          </a:p>
          <a:p>
            <a:r>
              <a:rPr lang="en-US" sz="2000" dirty="0"/>
              <a:t>Description: Stores prescriptions issued by doctors for patients.</a:t>
            </a:r>
          </a:p>
          <a:p>
            <a:r>
              <a:rPr lang="en-GB" sz="2000" dirty="0"/>
              <a:t>Number of Fields: 8</a:t>
            </a:r>
            <a:br>
              <a:rPr lang="en-GB" sz="2000" dirty="0"/>
            </a:br>
            <a:r>
              <a:rPr lang="en-GB" sz="2000" dirty="0"/>
              <a:t>Primary Key: </a:t>
            </a:r>
            <a:r>
              <a:rPr lang="en-GB" sz="2000" dirty="0" err="1"/>
              <a:t>prescription_id</a:t>
            </a:r>
            <a:br>
              <a:rPr lang="en-GB" sz="2000" dirty="0"/>
            </a:br>
            <a:r>
              <a:rPr lang="en-GB" sz="2000" dirty="0"/>
              <a:t>Foreign Keys: </a:t>
            </a:r>
            <a:r>
              <a:rPr lang="en-GB" sz="2000" dirty="0" err="1"/>
              <a:t>patient_id</a:t>
            </a:r>
            <a:r>
              <a:rPr lang="en-GB" sz="2000" dirty="0"/>
              <a:t> → </a:t>
            </a:r>
            <a:r>
              <a:rPr lang="en-GB" sz="2000" dirty="0" err="1"/>
              <a:t>patients_file.patient_id</a:t>
            </a:r>
            <a:r>
              <a:rPr lang="en-GB" sz="2000" dirty="0"/>
              <a:t>, </a:t>
            </a:r>
            <a:r>
              <a:rPr lang="en-GB" sz="2000" dirty="0" err="1"/>
              <a:t>doctor_id</a:t>
            </a:r>
            <a:r>
              <a:rPr lang="en-GB" sz="2000" dirty="0"/>
              <a:t> → </a:t>
            </a:r>
            <a:r>
              <a:rPr lang="en-GB" sz="2000" dirty="0" err="1"/>
              <a:t>doctors_file.doctor_id</a:t>
            </a:r>
            <a:endParaRPr lang="en-US" sz="2000" dirty="0"/>
          </a:p>
        </p:txBody>
      </p:sp>
      <p:sp>
        <p:nvSpPr>
          <p:cNvPr id="5" name="Slide Number Placeholder 4">
            <a:extLst>
              <a:ext uri="{FF2B5EF4-FFF2-40B4-BE49-F238E27FC236}">
                <a16:creationId xmlns:a16="http://schemas.microsoft.com/office/drawing/2014/main" id="{5A873576-2A22-4EC6-5E48-B32BF5BB2CC3}"/>
              </a:ext>
            </a:extLst>
          </p:cNvPr>
          <p:cNvSpPr>
            <a:spLocks noGrp="1"/>
          </p:cNvSpPr>
          <p:nvPr>
            <p:ph type="sldNum" sz="quarter" idx="4"/>
          </p:nvPr>
        </p:nvSpPr>
        <p:spPr>
          <a:xfrm>
            <a:off x="11353800" y="5879804"/>
            <a:ext cx="661416" cy="895899"/>
          </a:xfrm>
        </p:spPr>
        <p:txBody>
          <a:bodyPr vert="horz" lIns="91440" tIns="45720" rIns="91440" bIns="45720" rtlCol="0" anchor="ctr">
            <a:normAutofit/>
          </a:bodyPr>
          <a:lstStyle/>
          <a:p>
            <a:pPr>
              <a:spcAft>
                <a:spcPts val="600"/>
              </a:spcAft>
            </a:pPr>
            <a:fld id="{58FB4751-880F-D840-AAA9-3A15815CC996}" type="slidenum">
              <a:rPr lang="en-US" smtClean="0"/>
              <a:pPr>
                <a:spcAft>
                  <a:spcPts val="600"/>
                </a:spcAft>
              </a:pPr>
              <a:t>17</a:t>
            </a:fld>
            <a:endParaRPr lang="en-US"/>
          </a:p>
        </p:txBody>
      </p:sp>
      <p:graphicFrame>
        <p:nvGraphicFramePr>
          <p:cNvPr id="7" name="Table 6">
            <a:extLst>
              <a:ext uri="{FF2B5EF4-FFF2-40B4-BE49-F238E27FC236}">
                <a16:creationId xmlns:a16="http://schemas.microsoft.com/office/drawing/2014/main" id="{57976AC2-F868-AB7E-E73E-3D2056EA0D04}"/>
              </a:ext>
            </a:extLst>
          </p:cNvPr>
          <p:cNvGraphicFramePr>
            <a:graphicFrameLocks noGrp="1"/>
          </p:cNvGraphicFramePr>
          <p:nvPr>
            <p:extLst>
              <p:ext uri="{D42A27DB-BD31-4B8C-83A1-F6EECF244321}">
                <p14:modId xmlns:p14="http://schemas.microsoft.com/office/powerpoint/2010/main" val="277175053"/>
              </p:ext>
            </p:extLst>
          </p:nvPr>
        </p:nvGraphicFramePr>
        <p:xfrm>
          <a:off x="3483429" y="2374978"/>
          <a:ext cx="7130142" cy="4089246"/>
        </p:xfrm>
        <a:graphic>
          <a:graphicData uri="http://schemas.openxmlformats.org/drawingml/2006/table">
            <a:tbl>
              <a:tblPr firstRow="1" firstCol="1" bandRow="1">
                <a:tableStyleId>{2D5ABB26-0587-4C30-8999-92F81FD0307C}</a:tableStyleId>
              </a:tblPr>
              <a:tblGrid>
                <a:gridCol w="1519339">
                  <a:extLst>
                    <a:ext uri="{9D8B030D-6E8A-4147-A177-3AD203B41FA5}">
                      <a16:colId xmlns:a16="http://schemas.microsoft.com/office/drawing/2014/main" val="630563957"/>
                    </a:ext>
                  </a:extLst>
                </a:gridCol>
                <a:gridCol w="2538605">
                  <a:extLst>
                    <a:ext uri="{9D8B030D-6E8A-4147-A177-3AD203B41FA5}">
                      <a16:colId xmlns:a16="http://schemas.microsoft.com/office/drawing/2014/main" val="2216974819"/>
                    </a:ext>
                  </a:extLst>
                </a:gridCol>
                <a:gridCol w="1390574">
                  <a:extLst>
                    <a:ext uri="{9D8B030D-6E8A-4147-A177-3AD203B41FA5}">
                      <a16:colId xmlns:a16="http://schemas.microsoft.com/office/drawing/2014/main" val="602884168"/>
                    </a:ext>
                  </a:extLst>
                </a:gridCol>
                <a:gridCol w="1681624">
                  <a:extLst>
                    <a:ext uri="{9D8B030D-6E8A-4147-A177-3AD203B41FA5}">
                      <a16:colId xmlns:a16="http://schemas.microsoft.com/office/drawing/2014/main" val="424511757"/>
                    </a:ext>
                  </a:extLst>
                </a:gridCol>
              </a:tblGrid>
              <a:tr h="269553">
                <a:tc>
                  <a:txBody>
                    <a:bodyPr/>
                    <a:lstStyle/>
                    <a:p>
                      <a:pPr marL="0" marR="0" algn="ctr">
                        <a:lnSpc>
                          <a:spcPct val="115000"/>
                        </a:lnSpc>
                        <a:buNone/>
                      </a:pPr>
                      <a:r>
                        <a:rPr lang="en-US" sz="1600" b="1" kern="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Field Name</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Description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Data Type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Length</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9221981"/>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prescription_id</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Unique ID for each prescription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INT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7990555"/>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patient_id</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Link to patients_file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INT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409581"/>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doctor_id</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Link to doctors_file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INT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5143604"/>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medication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Medication prescribed</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VARCHAR</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100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2551"/>
                  </a:ext>
                </a:extLst>
              </a:tr>
              <a:tr h="5503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dosage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Dosage details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VARCHAR</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377259"/>
                  </a:ext>
                </a:extLst>
              </a:tr>
              <a:tr h="343912">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instructions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Instructions for medication use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TEXT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362172"/>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prescribed_date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Date prescription was issued</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DATE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8371326"/>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status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Prescription status (Active/Completed/Cancelled)</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ENUM</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0897836"/>
                  </a:ext>
                </a:extLst>
              </a:tr>
              <a:tr h="269553">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created_at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Record creation timestamp</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TIMESTAMP</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600" kern="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8383275"/>
                  </a:ext>
                </a:extLst>
              </a:tr>
            </a:tbl>
          </a:graphicData>
        </a:graphic>
      </p:graphicFrame>
    </p:spTree>
    <p:extLst>
      <p:ext uri="{BB962C8B-B14F-4D97-AF65-F5344CB8AC3E}">
        <p14:creationId xmlns:p14="http://schemas.microsoft.com/office/powerpoint/2010/main" val="2525089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40719-06F9-7317-4EDD-A0D87F7BB83B}"/>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B5E415AE-D279-748D-71F2-BC35A81CB26E}"/>
              </a:ext>
            </a:extLst>
          </p:cNvPr>
          <p:cNvSpPr>
            <a:spLocks noGrp="1"/>
          </p:cNvSpPr>
          <p:nvPr>
            <p:ph type="title"/>
          </p:nvPr>
        </p:nvSpPr>
        <p:spPr>
          <a:xfrm>
            <a:off x="696685" y="0"/>
            <a:ext cx="10360152" cy="644433"/>
          </a:xfrm>
        </p:spPr>
        <p:txBody>
          <a:bodyPr vert="horz" lIns="91440" tIns="45720" rIns="91440" bIns="45720" rtlCol="0" anchor="b" anchorCtr="0">
            <a:normAutofit/>
          </a:bodyPr>
          <a:lstStyle/>
          <a:p>
            <a:r>
              <a:rPr lang="en-US" kern="1200" dirty="0">
                <a:latin typeface="+mj-lt"/>
                <a:ea typeface="+mj-ea"/>
                <a:cs typeface="+mj-cs"/>
              </a:rPr>
              <a:t>All the file designs</a:t>
            </a:r>
          </a:p>
        </p:txBody>
      </p:sp>
      <p:sp>
        <p:nvSpPr>
          <p:cNvPr id="3" name="Rectangle 1">
            <a:extLst>
              <a:ext uri="{FF2B5EF4-FFF2-40B4-BE49-F238E27FC236}">
                <a16:creationId xmlns:a16="http://schemas.microsoft.com/office/drawing/2014/main" id="{8C6D0086-0847-77E2-5EAD-98B289BBD22A}"/>
              </a:ext>
            </a:extLst>
          </p:cNvPr>
          <p:cNvSpPr>
            <a:spLocks noChangeArrowheads="1"/>
          </p:cNvSpPr>
          <p:nvPr/>
        </p:nvSpPr>
        <p:spPr bwMode="auto">
          <a:xfrm>
            <a:off x="228598" y="644434"/>
            <a:ext cx="9122231" cy="14347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r>
              <a:rPr lang="en-US" sz="2000" b="1" dirty="0"/>
              <a:t>5) </a:t>
            </a:r>
            <a:r>
              <a:rPr lang="en-GB" sz="2000" b="1" dirty="0"/>
              <a:t>Description: </a:t>
            </a:r>
            <a:r>
              <a:rPr lang="en-GB" sz="2000" dirty="0"/>
              <a:t>Stores doctor-specific details linked to the users table.</a:t>
            </a:r>
            <a:br>
              <a:rPr lang="en-GB" sz="2000" dirty="0"/>
            </a:br>
            <a:r>
              <a:rPr lang="en-GB" sz="2000" dirty="0"/>
              <a:t>Number of Fields: 5</a:t>
            </a:r>
            <a:br>
              <a:rPr lang="en-GB" sz="2000" dirty="0"/>
            </a:br>
            <a:r>
              <a:rPr lang="en-GB" sz="2000" dirty="0"/>
              <a:t>Primary Key: </a:t>
            </a:r>
            <a:r>
              <a:rPr lang="en-GB" sz="2000" dirty="0" err="1"/>
              <a:t>doctor_id</a:t>
            </a:r>
            <a:br>
              <a:rPr lang="en-GB" sz="2000" dirty="0"/>
            </a:br>
            <a:r>
              <a:rPr lang="en-GB" sz="2000" dirty="0"/>
              <a:t>Foreign Keys: </a:t>
            </a:r>
            <a:r>
              <a:rPr lang="en-GB" sz="2000" dirty="0" err="1"/>
              <a:t>user_id</a:t>
            </a:r>
            <a:r>
              <a:rPr lang="en-GB" sz="2000" dirty="0"/>
              <a:t> → </a:t>
            </a:r>
            <a:r>
              <a:rPr lang="en-GB" sz="2000" dirty="0" err="1"/>
              <a:t>users_file.user_id</a:t>
            </a:r>
            <a:endParaRPr lang="en-US" sz="2000" dirty="0"/>
          </a:p>
        </p:txBody>
      </p:sp>
      <p:sp>
        <p:nvSpPr>
          <p:cNvPr id="5" name="Slide Number Placeholder 4">
            <a:extLst>
              <a:ext uri="{FF2B5EF4-FFF2-40B4-BE49-F238E27FC236}">
                <a16:creationId xmlns:a16="http://schemas.microsoft.com/office/drawing/2014/main" id="{57CAED63-0CF9-E782-E5F9-E3EEBE158A1D}"/>
              </a:ext>
            </a:extLst>
          </p:cNvPr>
          <p:cNvSpPr>
            <a:spLocks noGrp="1"/>
          </p:cNvSpPr>
          <p:nvPr>
            <p:ph type="sldNum" sz="quarter" idx="4"/>
          </p:nvPr>
        </p:nvSpPr>
        <p:spPr>
          <a:xfrm>
            <a:off x="11353800" y="5879804"/>
            <a:ext cx="661416" cy="895899"/>
          </a:xfrm>
        </p:spPr>
        <p:txBody>
          <a:bodyPr vert="horz" lIns="91440" tIns="45720" rIns="91440" bIns="45720" rtlCol="0" anchor="ctr">
            <a:normAutofit/>
          </a:bodyPr>
          <a:lstStyle/>
          <a:p>
            <a:pPr>
              <a:spcAft>
                <a:spcPts val="600"/>
              </a:spcAft>
            </a:pPr>
            <a:fld id="{58FB4751-880F-D840-AAA9-3A15815CC996}" type="slidenum">
              <a:rPr lang="en-US" smtClean="0"/>
              <a:pPr>
                <a:spcAft>
                  <a:spcPts val="600"/>
                </a:spcAft>
              </a:pPr>
              <a:t>18</a:t>
            </a:fld>
            <a:endParaRPr lang="en-US"/>
          </a:p>
        </p:txBody>
      </p:sp>
      <p:graphicFrame>
        <p:nvGraphicFramePr>
          <p:cNvPr id="7" name="Table 6">
            <a:extLst>
              <a:ext uri="{FF2B5EF4-FFF2-40B4-BE49-F238E27FC236}">
                <a16:creationId xmlns:a16="http://schemas.microsoft.com/office/drawing/2014/main" id="{23339DB2-C8CD-56B8-7D98-F652F3178D48}"/>
              </a:ext>
            </a:extLst>
          </p:cNvPr>
          <p:cNvGraphicFramePr>
            <a:graphicFrameLocks noGrp="1"/>
          </p:cNvGraphicFramePr>
          <p:nvPr>
            <p:extLst>
              <p:ext uri="{D42A27DB-BD31-4B8C-83A1-F6EECF244321}">
                <p14:modId xmlns:p14="http://schemas.microsoft.com/office/powerpoint/2010/main" val="138680518"/>
              </p:ext>
            </p:extLst>
          </p:nvPr>
        </p:nvGraphicFramePr>
        <p:xfrm>
          <a:off x="3483429" y="2802713"/>
          <a:ext cx="7130142" cy="2430402"/>
        </p:xfrm>
        <a:graphic>
          <a:graphicData uri="http://schemas.openxmlformats.org/drawingml/2006/table">
            <a:tbl>
              <a:tblPr firstRow="1" firstCol="1" bandRow="1">
                <a:tableStyleId>{2D5ABB26-0587-4C30-8999-92F81FD0307C}</a:tableStyleId>
              </a:tblPr>
              <a:tblGrid>
                <a:gridCol w="1519339">
                  <a:extLst>
                    <a:ext uri="{9D8B030D-6E8A-4147-A177-3AD203B41FA5}">
                      <a16:colId xmlns:a16="http://schemas.microsoft.com/office/drawing/2014/main" val="630563957"/>
                    </a:ext>
                  </a:extLst>
                </a:gridCol>
                <a:gridCol w="2538605">
                  <a:extLst>
                    <a:ext uri="{9D8B030D-6E8A-4147-A177-3AD203B41FA5}">
                      <a16:colId xmlns:a16="http://schemas.microsoft.com/office/drawing/2014/main" val="2216974819"/>
                    </a:ext>
                  </a:extLst>
                </a:gridCol>
                <a:gridCol w="1390574">
                  <a:extLst>
                    <a:ext uri="{9D8B030D-6E8A-4147-A177-3AD203B41FA5}">
                      <a16:colId xmlns:a16="http://schemas.microsoft.com/office/drawing/2014/main" val="602884168"/>
                    </a:ext>
                  </a:extLst>
                </a:gridCol>
                <a:gridCol w="1681624">
                  <a:extLst>
                    <a:ext uri="{9D8B030D-6E8A-4147-A177-3AD203B41FA5}">
                      <a16:colId xmlns:a16="http://schemas.microsoft.com/office/drawing/2014/main" val="424511757"/>
                    </a:ext>
                  </a:extLst>
                </a:gridCol>
              </a:tblGrid>
              <a:tr h="269553">
                <a:tc>
                  <a:txBody>
                    <a:bodyPr/>
                    <a:lstStyle/>
                    <a:p>
                      <a:pPr marL="0" marR="0" algn="ctr">
                        <a:lnSpc>
                          <a:spcPct val="115000"/>
                        </a:lnSpc>
                        <a:buNone/>
                      </a:pPr>
                      <a:r>
                        <a:rPr lang="en-US" sz="1800" b="1" kern="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Field Name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Description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Data Type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Length</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9221981"/>
                  </a:ext>
                </a:extLst>
              </a:tr>
              <a:tr h="269553">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doctor_id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Unique ID for each doctor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INT</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pPr>
                      <a:endParaRPr lang="en-US" sz="1800" kern="100">
                        <a:effectLst/>
                        <a:latin typeface="Aptos" panose="020B00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7990555"/>
                  </a:ext>
                </a:extLst>
              </a:tr>
              <a:tr h="269553">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user_id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Link to users_file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INT</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pPr>
                      <a:endParaRPr lang="en-US" sz="1800" kern="100">
                        <a:effectLst/>
                        <a:latin typeface="Aptos" panose="020B00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409581"/>
                  </a:ext>
                </a:extLst>
              </a:tr>
              <a:tr h="269553">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specialization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Doctor specialization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VARCHAR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100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5143604"/>
                  </a:ext>
                </a:extLst>
              </a:tr>
              <a:tr h="269553">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license_number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License number of doctor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VARCHAR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2551"/>
                  </a:ext>
                </a:extLst>
              </a:tr>
              <a:tr h="550353">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created_at</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Record creation timestamp</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buNone/>
                      </a:pPr>
                      <a:r>
                        <a:rPr lang="en-US" sz="18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TIMESTAMP</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pPr>
                      <a:endParaRPr lang="en-US" sz="1800" kern="100" dirty="0">
                        <a:effectLst/>
                        <a:latin typeface="Aptos" panose="020B00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377259"/>
                  </a:ext>
                </a:extLst>
              </a:tr>
            </a:tbl>
          </a:graphicData>
        </a:graphic>
      </p:graphicFrame>
    </p:spTree>
    <p:extLst>
      <p:ext uri="{BB962C8B-B14F-4D97-AF65-F5344CB8AC3E}">
        <p14:creationId xmlns:p14="http://schemas.microsoft.com/office/powerpoint/2010/main" val="3084876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D8E17-6F0F-9FBE-97F8-556866A520FB}"/>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5493238-5D1F-DB6B-B6C7-A019334C0086}"/>
              </a:ext>
            </a:extLst>
          </p:cNvPr>
          <p:cNvSpPr>
            <a:spLocks noGrp="1"/>
          </p:cNvSpPr>
          <p:nvPr>
            <p:ph type="title"/>
          </p:nvPr>
        </p:nvSpPr>
        <p:spPr>
          <a:xfrm>
            <a:off x="783771" y="326571"/>
            <a:ext cx="10360152" cy="435429"/>
          </a:xfrm>
        </p:spPr>
        <p:txBody>
          <a:bodyPr/>
          <a:lstStyle/>
          <a:p>
            <a:r>
              <a:rPr lang="en-US" dirty="0"/>
              <a:t>All report or output designs</a:t>
            </a:r>
          </a:p>
        </p:txBody>
      </p:sp>
      <p:sp>
        <p:nvSpPr>
          <p:cNvPr id="5" name="Slide Number Placeholder 4">
            <a:extLst>
              <a:ext uri="{FF2B5EF4-FFF2-40B4-BE49-F238E27FC236}">
                <a16:creationId xmlns:a16="http://schemas.microsoft.com/office/drawing/2014/main" id="{246670ED-0237-3248-FE23-9C104A14EF30}"/>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19</a:t>
            </a:fld>
            <a:endParaRPr lang="en-US" dirty="0"/>
          </a:p>
        </p:txBody>
      </p:sp>
      <p:sp>
        <p:nvSpPr>
          <p:cNvPr id="10" name="TextBox 9">
            <a:extLst>
              <a:ext uri="{FF2B5EF4-FFF2-40B4-BE49-F238E27FC236}">
                <a16:creationId xmlns:a16="http://schemas.microsoft.com/office/drawing/2014/main" id="{CF310162-53F8-5578-4185-69BFB282B507}"/>
              </a:ext>
            </a:extLst>
          </p:cNvPr>
          <p:cNvSpPr txBox="1"/>
          <p:nvPr/>
        </p:nvSpPr>
        <p:spPr>
          <a:xfrm>
            <a:off x="783771" y="1139178"/>
            <a:ext cx="8610600" cy="369332"/>
          </a:xfrm>
          <a:prstGeom prst="rect">
            <a:avLst/>
          </a:prstGeom>
          <a:noFill/>
        </p:spPr>
        <p:txBody>
          <a:bodyPr wrap="square">
            <a:spAutoFit/>
          </a:bodyPr>
          <a:lstStyle/>
          <a:p>
            <a:r>
              <a:rPr lang="en-US" sz="1800" b="1" dirty="0">
                <a:effectLst/>
                <a:latin typeface="Aptos" panose="020B0004020202020204" pitchFamily="34" charset="0"/>
                <a:ea typeface="Aptos" panose="020B0004020202020204" pitchFamily="34" charset="0"/>
                <a:cs typeface="Times New Roman" panose="02020603050405020304" pitchFamily="18" charset="0"/>
              </a:rPr>
              <a:t>User can view the features before login , clickable System Features links</a:t>
            </a:r>
            <a:endParaRPr lang="en-US" dirty="0"/>
          </a:p>
        </p:txBody>
      </p:sp>
      <p:pic>
        <p:nvPicPr>
          <p:cNvPr id="9" name="Picture 8">
            <a:extLst>
              <a:ext uri="{FF2B5EF4-FFF2-40B4-BE49-F238E27FC236}">
                <a16:creationId xmlns:a16="http://schemas.microsoft.com/office/drawing/2014/main" id="{550E045E-17C4-672A-E984-CF3D39D7DF43}"/>
              </a:ext>
            </a:extLst>
          </p:cNvPr>
          <p:cNvPicPr>
            <a:picLocks noChangeAspect="1"/>
          </p:cNvPicPr>
          <p:nvPr/>
        </p:nvPicPr>
        <p:blipFill>
          <a:blip r:embed="rId3"/>
          <a:stretch>
            <a:fillRect/>
          </a:stretch>
        </p:blipFill>
        <p:spPr>
          <a:xfrm>
            <a:off x="1591685" y="1629529"/>
            <a:ext cx="6994771" cy="4349105"/>
          </a:xfrm>
          <a:prstGeom prst="rect">
            <a:avLst/>
          </a:prstGeom>
        </p:spPr>
      </p:pic>
    </p:spTree>
    <p:extLst>
      <p:ext uri="{BB962C8B-B14F-4D97-AF65-F5344CB8AC3E}">
        <p14:creationId xmlns:p14="http://schemas.microsoft.com/office/powerpoint/2010/main" val="1453121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78C94-903F-65C9-ACC9-667AC8C082A2}"/>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A0DC9D6C-FFC3-4A71-D043-E845E4FEFA0D}"/>
              </a:ext>
            </a:extLst>
          </p:cNvPr>
          <p:cNvSpPr>
            <a:spLocks noGrp="1"/>
          </p:cNvSpPr>
          <p:nvPr>
            <p:ph type="title"/>
          </p:nvPr>
        </p:nvSpPr>
        <p:spPr>
          <a:xfrm>
            <a:off x="783771" y="326571"/>
            <a:ext cx="10360152" cy="435429"/>
          </a:xfrm>
        </p:spPr>
        <p:txBody>
          <a:bodyPr/>
          <a:lstStyle/>
          <a:p>
            <a:r>
              <a:rPr lang="en-US" dirty="0"/>
              <a:t>All report or output designs</a:t>
            </a:r>
          </a:p>
        </p:txBody>
      </p:sp>
      <p:sp>
        <p:nvSpPr>
          <p:cNvPr id="5" name="Slide Number Placeholder 4">
            <a:extLst>
              <a:ext uri="{FF2B5EF4-FFF2-40B4-BE49-F238E27FC236}">
                <a16:creationId xmlns:a16="http://schemas.microsoft.com/office/drawing/2014/main" id="{5ACBD9AD-E459-A24B-07E6-1964FC492C0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20</a:t>
            </a:fld>
            <a:endParaRPr lang="en-US" dirty="0"/>
          </a:p>
        </p:txBody>
      </p:sp>
      <p:pic>
        <p:nvPicPr>
          <p:cNvPr id="2" name="Picture 1" descr="A screenshot of a schedule&#10;&#10;AI-generated content may be incorrect.">
            <a:extLst>
              <a:ext uri="{FF2B5EF4-FFF2-40B4-BE49-F238E27FC236}">
                <a16:creationId xmlns:a16="http://schemas.microsoft.com/office/drawing/2014/main" id="{1D647BA0-4401-9BCF-4D41-9895C3D549E1}"/>
              </a:ext>
            </a:extLst>
          </p:cNvPr>
          <p:cNvPicPr>
            <a:picLocks noChangeAspect="1"/>
          </p:cNvPicPr>
          <p:nvPr/>
        </p:nvPicPr>
        <p:blipFill>
          <a:blip r:embed="rId3"/>
          <a:stretch>
            <a:fillRect/>
          </a:stretch>
        </p:blipFill>
        <p:spPr>
          <a:xfrm>
            <a:off x="261255" y="1508510"/>
            <a:ext cx="4223657" cy="4409776"/>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529E8E7B-C272-59AD-E2E0-3586165B7BA7}"/>
              </a:ext>
            </a:extLst>
          </p:cNvPr>
          <p:cNvPicPr>
            <a:picLocks noChangeAspect="1"/>
          </p:cNvPicPr>
          <p:nvPr/>
        </p:nvPicPr>
        <p:blipFill>
          <a:blip r:embed="rId4"/>
          <a:stretch>
            <a:fillRect/>
          </a:stretch>
        </p:blipFill>
        <p:spPr>
          <a:xfrm>
            <a:off x="4659085" y="2100552"/>
            <a:ext cx="7338022" cy="2656897"/>
          </a:xfrm>
          <a:prstGeom prst="rect">
            <a:avLst/>
          </a:prstGeom>
        </p:spPr>
      </p:pic>
      <p:sp>
        <p:nvSpPr>
          <p:cNvPr id="8" name="TextBox 7">
            <a:extLst>
              <a:ext uri="{FF2B5EF4-FFF2-40B4-BE49-F238E27FC236}">
                <a16:creationId xmlns:a16="http://schemas.microsoft.com/office/drawing/2014/main" id="{991F2670-E0A3-03F8-5414-6CFF1528A8A7}"/>
              </a:ext>
            </a:extLst>
          </p:cNvPr>
          <p:cNvSpPr txBox="1"/>
          <p:nvPr/>
        </p:nvSpPr>
        <p:spPr>
          <a:xfrm>
            <a:off x="4855028" y="1731220"/>
            <a:ext cx="6096000" cy="369332"/>
          </a:xfrm>
          <a:prstGeom prst="rect">
            <a:avLst/>
          </a:prstGeom>
          <a:noFill/>
        </p:spPr>
        <p:txBody>
          <a:bodyPr wrap="square">
            <a:spAutoFit/>
          </a:bodyPr>
          <a:lstStyle/>
          <a:p>
            <a:pPr marL="0" marR="0"/>
            <a:r>
              <a:rPr lang="en-US" sz="1800" b="1" kern="100" dirty="0">
                <a:effectLst/>
                <a:latin typeface="Aptos" panose="020B0004020202020204" pitchFamily="34" charset="0"/>
                <a:ea typeface="Aptos" panose="020B0004020202020204" pitchFamily="34" charset="0"/>
                <a:cs typeface="Times New Roman" panose="02020603050405020304" pitchFamily="18" charset="0"/>
              </a:rPr>
              <a:t>Data shown in patient portal for schedule appointment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E6601446-E612-6AEC-70CD-9B8C42115370}"/>
              </a:ext>
            </a:extLst>
          </p:cNvPr>
          <p:cNvSpPr txBox="1"/>
          <p:nvPr/>
        </p:nvSpPr>
        <p:spPr>
          <a:xfrm>
            <a:off x="783771" y="1139178"/>
            <a:ext cx="6096000" cy="369332"/>
          </a:xfrm>
          <a:prstGeom prst="rect">
            <a:avLst/>
          </a:prstGeom>
          <a:noFill/>
        </p:spPr>
        <p:txBody>
          <a:bodyPr wrap="square">
            <a:spAutoFit/>
          </a:bodyPr>
          <a:lstStyle/>
          <a:p>
            <a:r>
              <a:rPr lang="en-US" sz="1800" b="1" dirty="0">
                <a:effectLst/>
                <a:latin typeface="Aptos" panose="020B0004020202020204" pitchFamily="34" charset="0"/>
                <a:ea typeface="Aptos" panose="020B0004020202020204" pitchFamily="34" charset="0"/>
                <a:cs typeface="Times New Roman" panose="02020603050405020304" pitchFamily="18" charset="0"/>
              </a:rPr>
              <a:t>Scheduling the appointment</a:t>
            </a:r>
            <a:endParaRPr lang="en-US" dirty="0"/>
          </a:p>
        </p:txBody>
      </p:sp>
    </p:spTree>
    <p:extLst>
      <p:ext uri="{BB962C8B-B14F-4D97-AF65-F5344CB8AC3E}">
        <p14:creationId xmlns:p14="http://schemas.microsoft.com/office/powerpoint/2010/main" val="1323794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F72F3-FE3C-B377-021C-1FC9A7348309}"/>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3FF7CD4D-210A-0363-9519-8F41EFAD411F}"/>
              </a:ext>
            </a:extLst>
          </p:cNvPr>
          <p:cNvSpPr>
            <a:spLocks noGrp="1"/>
          </p:cNvSpPr>
          <p:nvPr>
            <p:ph type="title"/>
          </p:nvPr>
        </p:nvSpPr>
        <p:spPr>
          <a:xfrm>
            <a:off x="783771" y="326571"/>
            <a:ext cx="10360152" cy="435429"/>
          </a:xfrm>
        </p:spPr>
        <p:txBody>
          <a:bodyPr/>
          <a:lstStyle/>
          <a:p>
            <a:r>
              <a:rPr lang="en-US" dirty="0"/>
              <a:t>All report or output designs</a:t>
            </a:r>
          </a:p>
        </p:txBody>
      </p:sp>
      <p:sp>
        <p:nvSpPr>
          <p:cNvPr id="5" name="Slide Number Placeholder 4">
            <a:extLst>
              <a:ext uri="{FF2B5EF4-FFF2-40B4-BE49-F238E27FC236}">
                <a16:creationId xmlns:a16="http://schemas.microsoft.com/office/drawing/2014/main" id="{402982B6-C2FA-32C1-CB1B-E7E8BD0DEE30}"/>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21</a:t>
            </a:fld>
            <a:endParaRPr lang="en-US" dirty="0"/>
          </a:p>
        </p:txBody>
      </p:sp>
      <p:sp>
        <p:nvSpPr>
          <p:cNvPr id="8" name="TextBox 7">
            <a:extLst>
              <a:ext uri="{FF2B5EF4-FFF2-40B4-BE49-F238E27FC236}">
                <a16:creationId xmlns:a16="http://schemas.microsoft.com/office/drawing/2014/main" id="{79442251-8028-FCDD-06B1-14E0A7798B9C}"/>
              </a:ext>
            </a:extLst>
          </p:cNvPr>
          <p:cNvSpPr txBox="1"/>
          <p:nvPr/>
        </p:nvSpPr>
        <p:spPr>
          <a:xfrm>
            <a:off x="6411685" y="1827244"/>
            <a:ext cx="6096000" cy="369332"/>
          </a:xfrm>
          <a:prstGeom prst="rect">
            <a:avLst/>
          </a:prstGeom>
          <a:noFill/>
        </p:spPr>
        <p:txBody>
          <a:bodyPr wrap="square">
            <a:spAutoFit/>
          </a:bodyPr>
          <a:lstStyle/>
          <a:p>
            <a:pPr marL="0" marR="0"/>
            <a:r>
              <a:rPr lang="en-US" sz="1800" b="1" kern="100" dirty="0">
                <a:effectLst/>
                <a:latin typeface="Aptos" panose="020B0004020202020204" pitchFamily="34" charset="0"/>
                <a:ea typeface="Aptos" panose="020B0004020202020204" pitchFamily="34" charset="0"/>
                <a:cs typeface="Times New Roman" panose="02020603050405020304" pitchFamily="18" charset="0"/>
              </a:rPr>
              <a:t>Patient medication seen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4548184F-A056-3406-7FA5-66868DDCEE07}"/>
              </a:ext>
            </a:extLst>
          </p:cNvPr>
          <p:cNvSpPr txBox="1"/>
          <p:nvPr/>
        </p:nvSpPr>
        <p:spPr>
          <a:xfrm>
            <a:off x="441482" y="1771218"/>
            <a:ext cx="6096000" cy="369332"/>
          </a:xfrm>
          <a:prstGeom prst="rect">
            <a:avLst/>
          </a:prstGeom>
          <a:noFill/>
        </p:spPr>
        <p:txBody>
          <a:bodyPr wrap="square">
            <a:spAutoFit/>
          </a:bodyPr>
          <a:lstStyle/>
          <a:p>
            <a:r>
              <a:rPr lang="en-US" b="1" dirty="0">
                <a:latin typeface="Aptos" panose="020B0004020202020204" pitchFamily="34" charset="0"/>
                <a:cs typeface="Times New Roman" panose="02020603050405020304" pitchFamily="18" charset="0"/>
              </a:rPr>
              <a:t>Nurse/Doctor view of patient Prescription</a:t>
            </a:r>
            <a:endParaRPr lang="en-US" dirty="0"/>
          </a:p>
        </p:txBody>
      </p:sp>
      <p:pic>
        <p:nvPicPr>
          <p:cNvPr id="6" name="Picture 5">
            <a:extLst>
              <a:ext uri="{FF2B5EF4-FFF2-40B4-BE49-F238E27FC236}">
                <a16:creationId xmlns:a16="http://schemas.microsoft.com/office/drawing/2014/main" id="{400EE2F6-CCA4-F750-C891-D8DE9CFCE5B7}"/>
              </a:ext>
            </a:extLst>
          </p:cNvPr>
          <p:cNvPicPr>
            <a:picLocks noChangeAspect="1"/>
          </p:cNvPicPr>
          <p:nvPr/>
        </p:nvPicPr>
        <p:blipFill>
          <a:blip r:embed="rId3"/>
          <a:stretch>
            <a:fillRect/>
          </a:stretch>
        </p:blipFill>
        <p:spPr>
          <a:xfrm>
            <a:off x="5529646" y="2156452"/>
            <a:ext cx="6575269" cy="1881738"/>
          </a:xfrm>
          <a:prstGeom prst="rect">
            <a:avLst/>
          </a:prstGeom>
        </p:spPr>
      </p:pic>
      <p:pic>
        <p:nvPicPr>
          <p:cNvPr id="9" name="Picture 8">
            <a:extLst>
              <a:ext uri="{FF2B5EF4-FFF2-40B4-BE49-F238E27FC236}">
                <a16:creationId xmlns:a16="http://schemas.microsoft.com/office/drawing/2014/main" id="{9AB82FF8-47D5-9909-E829-FB16973C5168}"/>
              </a:ext>
            </a:extLst>
          </p:cNvPr>
          <p:cNvPicPr>
            <a:picLocks noChangeAspect="1"/>
          </p:cNvPicPr>
          <p:nvPr/>
        </p:nvPicPr>
        <p:blipFill>
          <a:blip r:embed="rId4"/>
          <a:stretch>
            <a:fillRect/>
          </a:stretch>
        </p:blipFill>
        <p:spPr>
          <a:xfrm>
            <a:off x="0" y="2147541"/>
            <a:ext cx="5372498" cy="2184973"/>
          </a:xfrm>
          <a:prstGeom prst="rect">
            <a:avLst/>
          </a:prstGeom>
        </p:spPr>
      </p:pic>
    </p:spTree>
    <p:extLst>
      <p:ext uri="{BB962C8B-B14F-4D97-AF65-F5344CB8AC3E}">
        <p14:creationId xmlns:p14="http://schemas.microsoft.com/office/powerpoint/2010/main" val="2291289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C78E6-94F9-6B81-1C08-97DB8701F82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5253BA3-5233-714F-F848-FA3261F258F7}"/>
              </a:ext>
            </a:extLst>
          </p:cNvPr>
          <p:cNvSpPr>
            <a:spLocks noGrp="1"/>
          </p:cNvSpPr>
          <p:nvPr>
            <p:ph type="title"/>
          </p:nvPr>
        </p:nvSpPr>
        <p:spPr>
          <a:xfrm>
            <a:off x="783771" y="326571"/>
            <a:ext cx="10360152" cy="435429"/>
          </a:xfrm>
        </p:spPr>
        <p:txBody>
          <a:bodyPr/>
          <a:lstStyle/>
          <a:p>
            <a:r>
              <a:rPr lang="en-US" dirty="0"/>
              <a:t>All report or output designs</a:t>
            </a:r>
          </a:p>
        </p:txBody>
      </p:sp>
      <p:sp>
        <p:nvSpPr>
          <p:cNvPr id="5" name="Slide Number Placeholder 4">
            <a:extLst>
              <a:ext uri="{FF2B5EF4-FFF2-40B4-BE49-F238E27FC236}">
                <a16:creationId xmlns:a16="http://schemas.microsoft.com/office/drawing/2014/main" id="{8952212B-E8A3-4CC8-DD15-B3A93E054EA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22</a:t>
            </a:fld>
            <a:endParaRPr lang="en-US" dirty="0"/>
          </a:p>
        </p:txBody>
      </p:sp>
      <p:sp>
        <p:nvSpPr>
          <p:cNvPr id="8" name="TextBox 7">
            <a:extLst>
              <a:ext uri="{FF2B5EF4-FFF2-40B4-BE49-F238E27FC236}">
                <a16:creationId xmlns:a16="http://schemas.microsoft.com/office/drawing/2014/main" id="{A5797457-7F19-357C-59B8-5DA6F0AC32E5}"/>
              </a:ext>
            </a:extLst>
          </p:cNvPr>
          <p:cNvSpPr txBox="1"/>
          <p:nvPr/>
        </p:nvSpPr>
        <p:spPr>
          <a:xfrm>
            <a:off x="6193971" y="1139178"/>
            <a:ext cx="6096000" cy="369332"/>
          </a:xfrm>
          <a:prstGeom prst="rect">
            <a:avLst/>
          </a:prstGeom>
          <a:noFill/>
        </p:spPr>
        <p:txBody>
          <a:bodyPr wrap="square">
            <a:spAutoFit/>
          </a:bodyPr>
          <a:lstStyle/>
          <a:p>
            <a:pPr marL="0" marR="0"/>
            <a:r>
              <a:rPr lang="en-US" sz="1800" b="1" kern="100" dirty="0">
                <a:effectLst/>
                <a:latin typeface="Aptos" panose="020B0004020202020204" pitchFamily="34" charset="0"/>
                <a:ea typeface="Aptos" panose="020B0004020202020204" pitchFamily="34" charset="0"/>
                <a:cs typeface="Times New Roman" panose="02020603050405020304" pitchFamily="18" charset="0"/>
              </a:rPr>
              <a:t>Vitals recording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547DF4F4-0896-1407-DF87-6E7E89040FC4}"/>
              </a:ext>
            </a:extLst>
          </p:cNvPr>
          <p:cNvSpPr txBox="1"/>
          <p:nvPr/>
        </p:nvSpPr>
        <p:spPr>
          <a:xfrm>
            <a:off x="783771" y="1139178"/>
            <a:ext cx="6096000" cy="369332"/>
          </a:xfrm>
          <a:prstGeom prst="rect">
            <a:avLst/>
          </a:prstGeom>
          <a:noFill/>
        </p:spPr>
        <p:txBody>
          <a:bodyPr wrap="square">
            <a:spAutoFit/>
          </a:bodyPr>
          <a:lstStyle/>
          <a:p>
            <a:r>
              <a:rPr lang="en-US" sz="1800" b="1" dirty="0">
                <a:effectLst/>
                <a:latin typeface="Aptos" panose="020B0004020202020204" pitchFamily="34" charset="0"/>
                <a:ea typeface="Aptos" panose="020B0004020202020204" pitchFamily="34" charset="0"/>
                <a:cs typeface="Times New Roman" panose="02020603050405020304" pitchFamily="18" charset="0"/>
              </a:rPr>
              <a:t>Doctor Prescription</a:t>
            </a:r>
            <a:endParaRPr lang="en-US" dirty="0"/>
          </a:p>
        </p:txBody>
      </p:sp>
      <p:pic>
        <p:nvPicPr>
          <p:cNvPr id="7" name="Picture 6">
            <a:extLst>
              <a:ext uri="{FF2B5EF4-FFF2-40B4-BE49-F238E27FC236}">
                <a16:creationId xmlns:a16="http://schemas.microsoft.com/office/drawing/2014/main" id="{40730413-8371-1D5A-5482-AF51239D0BAF}"/>
              </a:ext>
            </a:extLst>
          </p:cNvPr>
          <p:cNvPicPr>
            <a:picLocks noChangeAspect="1"/>
          </p:cNvPicPr>
          <p:nvPr/>
        </p:nvPicPr>
        <p:blipFill>
          <a:blip r:embed="rId3"/>
          <a:stretch>
            <a:fillRect/>
          </a:stretch>
        </p:blipFill>
        <p:spPr>
          <a:xfrm>
            <a:off x="680375" y="1606537"/>
            <a:ext cx="5283472" cy="5169166"/>
          </a:xfrm>
          <a:prstGeom prst="rect">
            <a:avLst/>
          </a:prstGeom>
        </p:spPr>
      </p:pic>
      <p:pic>
        <p:nvPicPr>
          <p:cNvPr id="12" name="Picture 11">
            <a:extLst>
              <a:ext uri="{FF2B5EF4-FFF2-40B4-BE49-F238E27FC236}">
                <a16:creationId xmlns:a16="http://schemas.microsoft.com/office/drawing/2014/main" id="{5D9669D1-213D-8402-62CF-70F9BEA52D94}"/>
              </a:ext>
            </a:extLst>
          </p:cNvPr>
          <p:cNvPicPr>
            <a:picLocks noChangeAspect="1"/>
          </p:cNvPicPr>
          <p:nvPr/>
        </p:nvPicPr>
        <p:blipFill>
          <a:blip r:embed="rId4"/>
          <a:stretch>
            <a:fillRect/>
          </a:stretch>
        </p:blipFill>
        <p:spPr>
          <a:xfrm>
            <a:off x="6096000" y="1508510"/>
            <a:ext cx="5919216" cy="3849674"/>
          </a:xfrm>
          <a:prstGeom prst="rect">
            <a:avLst/>
          </a:prstGeom>
        </p:spPr>
      </p:pic>
    </p:spTree>
    <p:extLst>
      <p:ext uri="{BB962C8B-B14F-4D97-AF65-F5344CB8AC3E}">
        <p14:creationId xmlns:p14="http://schemas.microsoft.com/office/powerpoint/2010/main" val="3491201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BCC97-ADC1-D76A-4D6B-B6830E19EF6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7E6D7085-AA52-68C2-5FC6-4FDEF8D69BF1}"/>
              </a:ext>
            </a:extLst>
          </p:cNvPr>
          <p:cNvSpPr>
            <a:spLocks noGrp="1"/>
          </p:cNvSpPr>
          <p:nvPr>
            <p:ph type="title"/>
          </p:nvPr>
        </p:nvSpPr>
        <p:spPr>
          <a:xfrm>
            <a:off x="783771" y="326571"/>
            <a:ext cx="10360152" cy="435429"/>
          </a:xfrm>
        </p:spPr>
        <p:txBody>
          <a:bodyPr/>
          <a:lstStyle/>
          <a:p>
            <a:r>
              <a:rPr lang="en-US" dirty="0"/>
              <a:t>All report or output designs</a:t>
            </a:r>
          </a:p>
        </p:txBody>
      </p:sp>
      <p:sp>
        <p:nvSpPr>
          <p:cNvPr id="5" name="Slide Number Placeholder 4">
            <a:extLst>
              <a:ext uri="{FF2B5EF4-FFF2-40B4-BE49-F238E27FC236}">
                <a16:creationId xmlns:a16="http://schemas.microsoft.com/office/drawing/2014/main" id="{8BD63468-0ABE-8E29-24E1-7DFFFBF69240}"/>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23</a:t>
            </a:fld>
            <a:endParaRPr lang="en-US" dirty="0"/>
          </a:p>
        </p:txBody>
      </p:sp>
      <p:sp>
        <p:nvSpPr>
          <p:cNvPr id="10" name="TextBox 9">
            <a:extLst>
              <a:ext uri="{FF2B5EF4-FFF2-40B4-BE49-F238E27FC236}">
                <a16:creationId xmlns:a16="http://schemas.microsoft.com/office/drawing/2014/main" id="{178DFF8E-51D9-9E5C-136D-EE01510A8FC6}"/>
              </a:ext>
            </a:extLst>
          </p:cNvPr>
          <p:cNvSpPr txBox="1"/>
          <p:nvPr/>
        </p:nvSpPr>
        <p:spPr>
          <a:xfrm>
            <a:off x="783771" y="950589"/>
            <a:ext cx="6096000" cy="369332"/>
          </a:xfrm>
          <a:prstGeom prst="rect">
            <a:avLst/>
          </a:prstGeom>
          <a:noFill/>
        </p:spPr>
        <p:txBody>
          <a:bodyPr wrap="square">
            <a:spAutoFit/>
          </a:bodyPr>
          <a:lstStyle/>
          <a:p>
            <a:r>
              <a:rPr lang="en-US" sz="1800" b="1" dirty="0">
                <a:effectLst/>
                <a:latin typeface="Aptos" panose="020B0004020202020204" pitchFamily="34" charset="0"/>
                <a:ea typeface="Aptos" panose="020B0004020202020204" pitchFamily="34" charset="0"/>
                <a:cs typeface="Times New Roman" panose="02020603050405020304" pitchFamily="18" charset="0"/>
              </a:rPr>
              <a:t>Admin User management</a:t>
            </a:r>
            <a:endParaRPr lang="en-US" dirty="0"/>
          </a:p>
        </p:txBody>
      </p:sp>
      <p:pic>
        <p:nvPicPr>
          <p:cNvPr id="7" name="Picture 6">
            <a:extLst>
              <a:ext uri="{FF2B5EF4-FFF2-40B4-BE49-F238E27FC236}">
                <a16:creationId xmlns:a16="http://schemas.microsoft.com/office/drawing/2014/main" id="{8C05F23B-CF2D-D3F5-8B04-DF0D2E2F3A18}"/>
              </a:ext>
            </a:extLst>
          </p:cNvPr>
          <p:cNvPicPr>
            <a:picLocks noChangeAspect="1"/>
          </p:cNvPicPr>
          <p:nvPr/>
        </p:nvPicPr>
        <p:blipFill>
          <a:blip r:embed="rId3"/>
          <a:stretch>
            <a:fillRect/>
          </a:stretch>
        </p:blipFill>
        <p:spPr>
          <a:xfrm>
            <a:off x="566057" y="1319921"/>
            <a:ext cx="11282455" cy="4220908"/>
          </a:xfrm>
          <a:prstGeom prst="rect">
            <a:avLst/>
          </a:prstGeom>
        </p:spPr>
      </p:pic>
    </p:spTree>
    <p:extLst>
      <p:ext uri="{BB962C8B-B14F-4D97-AF65-F5344CB8AC3E}">
        <p14:creationId xmlns:p14="http://schemas.microsoft.com/office/powerpoint/2010/main" val="16666373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059B1-AE8C-9176-7876-AC45DA5054D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E33599C-76C6-80D8-1558-316910B5F383}"/>
              </a:ext>
            </a:extLst>
          </p:cNvPr>
          <p:cNvSpPr>
            <a:spLocks noGrp="1"/>
          </p:cNvSpPr>
          <p:nvPr>
            <p:ph type="title"/>
          </p:nvPr>
        </p:nvSpPr>
        <p:spPr>
          <a:xfrm>
            <a:off x="783771" y="326571"/>
            <a:ext cx="10360152" cy="435429"/>
          </a:xfrm>
        </p:spPr>
        <p:txBody>
          <a:bodyPr/>
          <a:lstStyle/>
          <a:p>
            <a:r>
              <a:rPr lang="en-US" dirty="0"/>
              <a:t>All report or output designs</a:t>
            </a:r>
          </a:p>
        </p:txBody>
      </p:sp>
      <p:sp>
        <p:nvSpPr>
          <p:cNvPr id="5" name="Slide Number Placeholder 4">
            <a:extLst>
              <a:ext uri="{FF2B5EF4-FFF2-40B4-BE49-F238E27FC236}">
                <a16:creationId xmlns:a16="http://schemas.microsoft.com/office/drawing/2014/main" id="{7D2F12F1-3ABD-594C-9D66-53C3B6C9C8B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24</a:t>
            </a:fld>
            <a:endParaRPr lang="en-US" dirty="0"/>
          </a:p>
        </p:txBody>
      </p:sp>
      <p:pic>
        <p:nvPicPr>
          <p:cNvPr id="2" name="Picture 1" descr="A screenshot of a computer&#10;&#10;AI-generated content may be incorrect.">
            <a:extLst>
              <a:ext uri="{FF2B5EF4-FFF2-40B4-BE49-F238E27FC236}">
                <a16:creationId xmlns:a16="http://schemas.microsoft.com/office/drawing/2014/main" id="{B6BAB7A9-2E69-3264-7269-DFAFF75A426E}"/>
              </a:ext>
            </a:extLst>
          </p:cNvPr>
          <p:cNvPicPr>
            <a:picLocks noChangeAspect="1"/>
          </p:cNvPicPr>
          <p:nvPr/>
        </p:nvPicPr>
        <p:blipFill>
          <a:blip r:embed="rId3"/>
          <a:stretch>
            <a:fillRect/>
          </a:stretch>
        </p:blipFill>
        <p:spPr>
          <a:xfrm>
            <a:off x="130281" y="1862876"/>
            <a:ext cx="3964719" cy="2381373"/>
          </a:xfrm>
          <a:prstGeom prst="rect">
            <a:avLst/>
          </a:prstGeom>
        </p:spPr>
      </p:pic>
      <p:sp>
        <p:nvSpPr>
          <p:cNvPr id="4" name="TextBox 3">
            <a:extLst>
              <a:ext uri="{FF2B5EF4-FFF2-40B4-BE49-F238E27FC236}">
                <a16:creationId xmlns:a16="http://schemas.microsoft.com/office/drawing/2014/main" id="{2BED5754-DDA2-8D5C-F5B5-F2D471AC87AA}"/>
              </a:ext>
            </a:extLst>
          </p:cNvPr>
          <p:cNvSpPr txBox="1"/>
          <p:nvPr/>
        </p:nvSpPr>
        <p:spPr>
          <a:xfrm>
            <a:off x="376174" y="1493544"/>
            <a:ext cx="6096000" cy="369332"/>
          </a:xfrm>
          <a:prstGeom prst="rect">
            <a:avLst/>
          </a:prstGeom>
          <a:noFill/>
        </p:spPr>
        <p:txBody>
          <a:bodyPr wrap="square">
            <a:spAutoFit/>
          </a:bodyPr>
          <a:lstStyle/>
          <a:p>
            <a:r>
              <a:rPr lang="en-US" sz="1800" b="1" dirty="0">
                <a:effectLst/>
                <a:latin typeface="Aptos" panose="020B0004020202020204" pitchFamily="34" charset="0"/>
                <a:ea typeface="Aptos" panose="020B0004020202020204" pitchFamily="34" charset="0"/>
                <a:cs typeface="Times New Roman" panose="02020603050405020304" pitchFamily="18" charset="0"/>
              </a:rPr>
              <a:t>Admin can register users</a:t>
            </a:r>
            <a:endParaRPr lang="en-US" dirty="0"/>
          </a:p>
        </p:txBody>
      </p:sp>
      <p:pic>
        <p:nvPicPr>
          <p:cNvPr id="7" name="Picture 6">
            <a:extLst>
              <a:ext uri="{FF2B5EF4-FFF2-40B4-BE49-F238E27FC236}">
                <a16:creationId xmlns:a16="http://schemas.microsoft.com/office/drawing/2014/main" id="{98ABAFD3-C7CA-5451-D0BC-6D3531E5FD2A}"/>
              </a:ext>
            </a:extLst>
          </p:cNvPr>
          <p:cNvPicPr>
            <a:picLocks noChangeAspect="1"/>
          </p:cNvPicPr>
          <p:nvPr/>
        </p:nvPicPr>
        <p:blipFill>
          <a:blip r:embed="rId4"/>
          <a:stretch>
            <a:fillRect/>
          </a:stretch>
        </p:blipFill>
        <p:spPr>
          <a:xfrm>
            <a:off x="4725211" y="1761083"/>
            <a:ext cx="3721291" cy="3886400"/>
          </a:xfrm>
          <a:prstGeom prst="rect">
            <a:avLst/>
          </a:prstGeom>
        </p:spPr>
      </p:pic>
      <p:sp>
        <p:nvSpPr>
          <p:cNvPr id="8" name="TextBox 7">
            <a:extLst>
              <a:ext uri="{FF2B5EF4-FFF2-40B4-BE49-F238E27FC236}">
                <a16:creationId xmlns:a16="http://schemas.microsoft.com/office/drawing/2014/main" id="{0F5748A3-A3A0-4B86-93BA-5C0E2A57DA0F}"/>
              </a:ext>
            </a:extLst>
          </p:cNvPr>
          <p:cNvSpPr txBox="1"/>
          <p:nvPr/>
        </p:nvSpPr>
        <p:spPr>
          <a:xfrm>
            <a:off x="4578060" y="1391751"/>
            <a:ext cx="6096000" cy="369332"/>
          </a:xfrm>
          <a:prstGeom prst="rect">
            <a:avLst/>
          </a:prstGeom>
          <a:noFill/>
        </p:spPr>
        <p:txBody>
          <a:bodyPr wrap="square">
            <a:spAutoFit/>
          </a:bodyPr>
          <a:lstStyle/>
          <a:p>
            <a:r>
              <a:rPr lang="en-US" sz="1800" b="1" dirty="0">
                <a:effectLst/>
                <a:latin typeface="Aptos" panose="020B0004020202020204" pitchFamily="34" charset="0"/>
                <a:ea typeface="Aptos" panose="020B0004020202020204" pitchFamily="34" charset="0"/>
                <a:cs typeface="Times New Roman" panose="02020603050405020304" pitchFamily="18" charset="0"/>
              </a:rPr>
              <a:t>Admin can </a:t>
            </a:r>
            <a:r>
              <a:rPr lang="en-US" b="1" dirty="0">
                <a:latin typeface="Aptos" panose="020B0004020202020204" pitchFamily="34" charset="0"/>
                <a:ea typeface="Aptos" panose="020B0004020202020204" pitchFamily="34" charset="0"/>
                <a:cs typeface="Times New Roman" panose="02020603050405020304" pitchFamily="18" charset="0"/>
              </a:rPr>
              <a:t>edit the user</a:t>
            </a:r>
            <a:endParaRPr lang="en-US" dirty="0"/>
          </a:p>
        </p:txBody>
      </p:sp>
    </p:spTree>
    <p:extLst>
      <p:ext uri="{BB962C8B-B14F-4D97-AF65-F5344CB8AC3E}">
        <p14:creationId xmlns:p14="http://schemas.microsoft.com/office/powerpoint/2010/main" val="17207567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FFCED-BAA2-7EC8-2821-3D0760B6DB7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66CA99B6-BC67-35EE-E98E-764EF127B5FE}"/>
              </a:ext>
            </a:extLst>
          </p:cNvPr>
          <p:cNvSpPr>
            <a:spLocks noGrp="1"/>
          </p:cNvSpPr>
          <p:nvPr>
            <p:ph type="title"/>
          </p:nvPr>
        </p:nvSpPr>
        <p:spPr>
          <a:xfrm>
            <a:off x="783771" y="326571"/>
            <a:ext cx="10360152" cy="435429"/>
          </a:xfrm>
        </p:spPr>
        <p:txBody>
          <a:bodyPr/>
          <a:lstStyle/>
          <a:p>
            <a:r>
              <a:rPr lang="en-US" dirty="0"/>
              <a:t>All report or output designs</a:t>
            </a:r>
          </a:p>
        </p:txBody>
      </p:sp>
      <p:sp>
        <p:nvSpPr>
          <p:cNvPr id="5" name="Slide Number Placeholder 4">
            <a:extLst>
              <a:ext uri="{FF2B5EF4-FFF2-40B4-BE49-F238E27FC236}">
                <a16:creationId xmlns:a16="http://schemas.microsoft.com/office/drawing/2014/main" id="{C73873AE-CADE-26FA-2650-7BFCC71FDCD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25</a:t>
            </a:fld>
            <a:endParaRPr lang="en-US" dirty="0"/>
          </a:p>
        </p:txBody>
      </p:sp>
      <p:sp>
        <p:nvSpPr>
          <p:cNvPr id="10" name="TextBox 9">
            <a:extLst>
              <a:ext uri="{FF2B5EF4-FFF2-40B4-BE49-F238E27FC236}">
                <a16:creationId xmlns:a16="http://schemas.microsoft.com/office/drawing/2014/main" id="{533C532C-527A-F4BD-F1C0-FCB220D90CB2}"/>
              </a:ext>
            </a:extLst>
          </p:cNvPr>
          <p:cNvSpPr txBox="1"/>
          <p:nvPr/>
        </p:nvSpPr>
        <p:spPr>
          <a:xfrm>
            <a:off x="783771" y="1139178"/>
            <a:ext cx="6096000" cy="369332"/>
          </a:xfrm>
          <a:prstGeom prst="rect">
            <a:avLst/>
          </a:prstGeom>
          <a:noFill/>
        </p:spPr>
        <p:txBody>
          <a:bodyPr wrap="square">
            <a:spAutoFit/>
          </a:bodyPr>
          <a:lstStyle/>
          <a:p>
            <a:r>
              <a:rPr lang="en-US" sz="1800" b="1" dirty="0">
                <a:effectLst/>
                <a:latin typeface="Aptos" panose="020B0004020202020204" pitchFamily="34" charset="0"/>
                <a:ea typeface="Aptos" panose="020B0004020202020204" pitchFamily="34" charset="0"/>
                <a:cs typeface="Times New Roman" panose="02020603050405020304" pitchFamily="18" charset="0"/>
              </a:rPr>
              <a:t>Reports page design</a:t>
            </a:r>
            <a:endParaRPr lang="en-US" dirty="0"/>
          </a:p>
        </p:txBody>
      </p:sp>
      <p:pic>
        <p:nvPicPr>
          <p:cNvPr id="3" name="Picture 2">
            <a:extLst>
              <a:ext uri="{FF2B5EF4-FFF2-40B4-BE49-F238E27FC236}">
                <a16:creationId xmlns:a16="http://schemas.microsoft.com/office/drawing/2014/main" id="{5DCFB638-45ED-FB43-48B0-B64465DFAFB3}"/>
              </a:ext>
            </a:extLst>
          </p:cNvPr>
          <p:cNvPicPr>
            <a:picLocks noChangeAspect="1"/>
          </p:cNvPicPr>
          <p:nvPr/>
        </p:nvPicPr>
        <p:blipFill>
          <a:blip r:embed="rId3"/>
          <a:stretch>
            <a:fillRect/>
          </a:stretch>
        </p:blipFill>
        <p:spPr>
          <a:xfrm>
            <a:off x="216310" y="1823986"/>
            <a:ext cx="11798906" cy="3740342"/>
          </a:xfrm>
          <a:prstGeom prst="rect">
            <a:avLst/>
          </a:prstGeom>
        </p:spPr>
      </p:pic>
    </p:spTree>
    <p:extLst>
      <p:ext uri="{BB962C8B-B14F-4D97-AF65-F5344CB8AC3E}">
        <p14:creationId xmlns:p14="http://schemas.microsoft.com/office/powerpoint/2010/main" val="1149116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7899F-7CF8-5ADF-0274-1AB3A65030C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B1CE6DCC-18C0-79C7-0DF5-2677DFFF2DC5}"/>
              </a:ext>
            </a:extLst>
          </p:cNvPr>
          <p:cNvSpPr>
            <a:spLocks noGrp="1"/>
          </p:cNvSpPr>
          <p:nvPr>
            <p:ph type="title"/>
          </p:nvPr>
        </p:nvSpPr>
        <p:spPr>
          <a:xfrm>
            <a:off x="783771" y="326571"/>
            <a:ext cx="10360152" cy="435429"/>
          </a:xfrm>
        </p:spPr>
        <p:txBody>
          <a:bodyPr/>
          <a:lstStyle/>
          <a:p>
            <a:r>
              <a:rPr lang="en-US" dirty="0"/>
              <a:t>All report or output designs</a:t>
            </a:r>
          </a:p>
        </p:txBody>
      </p:sp>
      <p:sp>
        <p:nvSpPr>
          <p:cNvPr id="5" name="Slide Number Placeholder 4">
            <a:extLst>
              <a:ext uri="{FF2B5EF4-FFF2-40B4-BE49-F238E27FC236}">
                <a16:creationId xmlns:a16="http://schemas.microsoft.com/office/drawing/2014/main" id="{CA18B4C4-84CE-0280-AD44-4B98F77B57E8}"/>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26</a:t>
            </a:fld>
            <a:endParaRPr lang="en-US" dirty="0"/>
          </a:p>
        </p:txBody>
      </p:sp>
      <p:pic>
        <p:nvPicPr>
          <p:cNvPr id="4" name="Picture 3">
            <a:extLst>
              <a:ext uri="{FF2B5EF4-FFF2-40B4-BE49-F238E27FC236}">
                <a16:creationId xmlns:a16="http://schemas.microsoft.com/office/drawing/2014/main" id="{99361D8D-3722-A9A9-BAD7-3D9B30FE7905}"/>
              </a:ext>
            </a:extLst>
          </p:cNvPr>
          <p:cNvPicPr>
            <a:picLocks noChangeAspect="1"/>
          </p:cNvPicPr>
          <p:nvPr/>
        </p:nvPicPr>
        <p:blipFill>
          <a:blip r:embed="rId3"/>
          <a:stretch>
            <a:fillRect/>
          </a:stretch>
        </p:blipFill>
        <p:spPr>
          <a:xfrm>
            <a:off x="560036" y="1565709"/>
            <a:ext cx="4845299" cy="4153113"/>
          </a:xfrm>
          <a:prstGeom prst="rect">
            <a:avLst/>
          </a:prstGeom>
        </p:spPr>
      </p:pic>
      <p:pic>
        <p:nvPicPr>
          <p:cNvPr id="7" name="Picture 6">
            <a:extLst>
              <a:ext uri="{FF2B5EF4-FFF2-40B4-BE49-F238E27FC236}">
                <a16:creationId xmlns:a16="http://schemas.microsoft.com/office/drawing/2014/main" id="{344A8D35-AE44-BC91-482F-1E300C5AC62A}"/>
              </a:ext>
            </a:extLst>
          </p:cNvPr>
          <p:cNvPicPr>
            <a:picLocks noChangeAspect="1"/>
          </p:cNvPicPr>
          <p:nvPr/>
        </p:nvPicPr>
        <p:blipFill>
          <a:blip r:embed="rId4"/>
          <a:stretch>
            <a:fillRect/>
          </a:stretch>
        </p:blipFill>
        <p:spPr>
          <a:xfrm>
            <a:off x="6356093" y="1565709"/>
            <a:ext cx="4997707" cy="4254719"/>
          </a:xfrm>
          <a:prstGeom prst="rect">
            <a:avLst/>
          </a:prstGeom>
        </p:spPr>
      </p:pic>
    </p:spTree>
    <p:extLst>
      <p:ext uri="{BB962C8B-B14F-4D97-AF65-F5344CB8AC3E}">
        <p14:creationId xmlns:p14="http://schemas.microsoft.com/office/powerpoint/2010/main" val="15744735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3C0E0-F35B-F7CD-502B-B4B0A43CD6E6}"/>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2BB1D59-7F21-73E0-94A5-8BC5A71A7578}"/>
              </a:ext>
            </a:extLst>
          </p:cNvPr>
          <p:cNvSpPr>
            <a:spLocks noGrp="1"/>
          </p:cNvSpPr>
          <p:nvPr>
            <p:ph type="title"/>
          </p:nvPr>
        </p:nvSpPr>
        <p:spPr>
          <a:xfrm>
            <a:off x="783771" y="326571"/>
            <a:ext cx="10360152" cy="435429"/>
          </a:xfrm>
        </p:spPr>
        <p:txBody>
          <a:bodyPr/>
          <a:lstStyle/>
          <a:p>
            <a:r>
              <a:rPr lang="en-US" dirty="0"/>
              <a:t>All report or output designs</a:t>
            </a:r>
          </a:p>
        </p:txBody>
      </p:sp>
      <p:sp>
        <p:nvSpPr>
          <p:cNvPr id="5" name="Slide Number Placeholder 4">
            <a:extLst>
              <a:ext uri="{FF2B5EF4-FFF2-40B4-BE49-F238E27FC236}">
                <a16:creationId xmlns:a16="http://schemas.microsoft.com/office/drawing/2014/main" id="{0539BFE8-7605-646E-6864-354818212E6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27</a:t>
            </a:fld>
            <a:endParaRPr lang="en-US" dirty="0"/>
          </a:p>
        </p:txBody>
      </p:sp>
      <p:pic>
        <p:nvPicPr>
          <p:cNvPr id="3" name="Picture 2">
            <a:extLst>
              <a:ext uri="{FF2B5EF4-FFF2-40B4-BE49-F238E27FC236}">
                <a16:creationId xmlns:a16="http://schemas.microsoft.com/office/drawing/2014/main" id="{257BFE7B-B7A1-09CF-546A-703D70A85658}"/>
              </a:ext>
            </a:extLst>
          </p:cNvPr>
          <p:cNvPicPr>
            <a:picLocks noChangeAspect="1"/>
          </p:cNvPicPr>
          <p:nvPr/>
        </p:nvPicPr>
        <p:blipFill>
          <a:blip r:embed="rId3"/>
          <a:stretch>
            <a:fillRect/>
          </a:stretch>
        </p:blipFill>
        <p:spPr>
          <a:xfrm>
            <a:off x="2269563" y="872993"/>
            <a:ext cx="4708180" cy="5742554"/>
          </a:xfrm>
          <a:prstGeom prst="rect">
            <a:avLst/>
          </a:prstGeom>
        </p:spPr>
      </p:pic>
    </p:spTree>
    <p:extLst>
      <p:ext uri="{BB962C8B-B14F-4D97-AF65-F5344CB8AC3E}">
        <p14:creationId xmlns:p14="http://schemas.microsoft.com/office/powerpoint/2010/main" val="25432809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B5DE1-D618-B37A-FD0A-7CE3C0C030E1}"/>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F01D044-45F8-D19D-5E4A-2403185DCDFB}"/>
              </a:ext>
            </a:extLst>
          </p:cNvPr>
          <p:cNvSpPr>
            <a:spLocks noGrp="1"/>
          </p:cNvSpPr>
          <p:nvPr>
            <p:ph type="title"/>
          </p:nvPr>
        </p:nvSpPr>
        <p:spPr>
          <a:xfrm>
            <a:off x="783771" y="326571"/>
            <a:ext cx="10360152" cy="947058"/>
          </a:xfrm>
        </p:spPr>
        <p:txBody>
          <a:bodyPr/>
          <a:lstStyle/>
          <a:p>
            <a:r>
              <a:rPr lang="en-US" dirty="0"/>
              <a:t>Algorithms of major processes that you already developed</a:t>
            </a:r>
          </a:p>
        </p:txBody>
      </p:sp>
      <p:sp>
        <p:nvSpPr>
          <p:cNvPr id="5" name="Slide Number Placeholder 4">
            <a:extLst>
              <a:ext uri="{FF2B5EF4-FFF2-40B4-BE49-F238E27FC236}">
                <a16:creationId xmlns:a16="http://schemas.microsoft.com/office/drawing/2014/main" id="{0264DCC9-F109-261C-A564-71062D9FBDF2}"/>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28</a:t>
            </a:fld>
            <a:endParaRPr lang="en-US" dirty="0"/>
          </a:p>
        </p:txBody>
      </p:sp>
      <p:sp>
        <p:nvSpPr>
          <p:cNvPr id="4" name="TextBox 3">
            <a:extLst>
              <a:ext uri="{FF2B5EF4-FFF2-40B4-BE49-F238E27FC236}">
                <a16:creationId xmlns:a16="http://schemas.microsoft.com/office/drawing/2014/main" id="{85725457-1599-2548-3077-7317F37E12C7}"/>
              </a:ext>
            </a:extLst>
          </p:cNvPr>
          <p:cNvSpPr txBox="1"/>
          <p:nvPr/>
        </p:nvSpPr>
        <p:spPr>
          <a:xfrm>
            <a:off x="653142" y="1675732"/>
            <a:ext cx="6096000" cy="3416320"/>
          </a:xfrm>
          <a:prstGeom prst="rect">
            <a:avLst/>
          </a:prstGeom>
          <a:noFill/>
        </p:spPr>
        <p:txBody>
          <a:bodyPr wrap="square">
            <a:spAutoFit/>
          </a:bodyPr>
          <a:lstStyle/>
          <a:p>
            <a:pPr marL="0" marR="0">
              <a:buNone/>
            </a:pPr>
            <a:r>
              <a:rPr lang="en-US" b="1" kern="100" dirty="0">
                <a:effectLst/>
                <a:latin typeface="Aptos" panose="020B0004020202020204" pitchFamily="34" charset="0"/>
                <a:ea typeface="Aptos" panose="020B0004020202020204" pitchFamily="34" charset="0"/>
                <a:cs typeface="Times New Roman" panose="02020603050405020304" pitchFamily="18" charset="0"/>
              </a:rPr>
              <a:t>Algorithm 1: Account Creation</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Start.</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User enters registration details (username, email, password, role, etc.).</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System validates input fields.</a:t>
            </a:r>
          </a:p>
          <a:p>
            <a:pPr marL="742950" marR="0" lvl="1" indent="-285750">
              <a:buSzPts val="1000"/>
              <a:buFont typeface="Courier New" panose="02070309020205020404" pitchFamily="49" charset="0"/>
              <a:buChar char="o"/>
              <a:tabLst>
                <a:tab pos="9144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If username/email already exists → show error and return to form.</a:t>
            </a:r>
          </a:p>
          <a:p>
            <a:pPr marL="742950" marR="0" lvl="1" indent="-285750">
              <a:buSzPts val="1000"/>
              <a:buFont typeface="Courier New" panose="02070309020205020404" pitchFamily="49" charset="0"/>
              <a:buChar char="o"/>
              <a:tabLst>
                <a:tab pos="9144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Else proceed.</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Insert new user record into users table.</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Display success message.</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Redirect user to Login Page.</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End.</a:t>
            </a:r>
          </a:p>
        </p:txBody>
      </p:sp>
      <p:sp>
        <p:nvSpPr>
          <p:cNvPr id="7" name="TextBox 6">
            <a:extLst>
              <a:ext uri="{FF2B5EF4-FFF2-40B4-BE49-F238E27FC236}">
                <a16:creationId xmlns:a16="http://schemas.microsoft.com/office/drawing/2014/main" id="{AD8CE2B0-9076-C66D-A181-D57F38A8965D}"/>
              </a:ext>
            </a:extLst>
          </p:cNvPr>
          <p:cNvSpPr txBox="1"/>
          <p:nvPr/>
        </p:nvSpPr>
        <p:spPr>
          <a:xfrm>
            <a:off x="6346371" y="1491066"/>
            <a:ext cx="6096000" cy="3416320"/>
          </a:xfrm>
          <a:prstGeom prst="rect">
            <a:avLst/>
          </a:prstGeom>
          <a:noFill/>
        </p:spPr>
        <p:txBody>
          <a:bodyPr wrap="square">
            <a:spAutoFit/>
          </a:bodyPr>
          <a:lstStyle/>
          <a:p>
            <a:pPr marL="0" marR="0">
              <a:buNone/>
            </a:pPr>
            <a:r>
              <a:rPr lang="en-US" b="1" kern="100" dirty="0">
                <a:effectLst/>
                <a:latin typeface="Aptos" panose="020B0004020202020204" pitchFamily="34" charset="0"/>
                <a:ea typeface="Aptos" panose="020B0004020202020204" pitchFamily="34" charset="0"/>
                <a:cs typeface="Times New Roman" panose="02020603050405020304" pitchFamily="18" charset="0"/>
              </a:rPr>
              <a:t>Algorithm 2: Login Functionality</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Start.</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User enters username and password.</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System verifies credentials against users table.</a:t>
            </a:r>
          </a:p>
          <a:p>
            <a:pPr marL="742950" marR="0" lvl="1" indent="-285750">
              <a:buSzPts val="1000"/>
              <a:buFont typeface="Courier New" panose="02070309020205020404" pitchFamily="49" charset="0"/>
              <a:buChar char="o"/>
              <a:tabLst>
                <a:tab pos="9144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If match found → check role.</a:t>
            </a:r>
          </a:p>
          <a:p>
            <a:pPr marL="742950" marR="0" lvl="1" indent="-285750">
              <a:buSzPts val="1000"/>
              <a:buFont typeface="Courier New" panose="02070309020205020404" pitchFamily="49" charset="0"/>
              <a:buChar char="o"/>
              <a:tabLst>
                <a:tab pos="9144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Else → show Invalid Login Error and return to login form.</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If role = Patient → redirect to Patient Dashboard.</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If role = Doctor → redirect to Doctor Dashboard.</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If role = Nurse → redirect to Nurse Dashboard.</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If role = Admin → redirect to Admin Dashboard.</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End.</a:t>
            </a:r>
          </a:p>
        </p:txBody>
      </p:sp>
    </p:spTree>
    <p:extLst>
      <p:ext uri="{BB962C8B-B14F-4D97-AF65-F5344CB8AC3E}">
        <p14:creationId xmlns:p14="http://schemas.microsoft.com/office/powerpoint/2010/main" val="2320213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3E2E4-43E8-876E-60E6-43FBA4DD794C}"/>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44EDB458-479F-7F80-745C-A9A4B9F6E66C}"/>
              </a:ext>
            </a:extLst>
          </p:cNvPr>
          <p:cNvSpPr>
            <a:spLocks noGrp="1"/>
          </p:cNvSpPr>
          <p:nvPr>
            <p:ph type="title"/>
          </p:nvPr>
        </p:nvSpPr>
        <p:spPr>
          <a:xfrm>
            <a:off x="783771" y="326571"/>
            <a:ext cx="10360152" cy="435429"/>
          </a:xfrm>
        </p:spPr>
        <p:txBody>
          <a:bodyPr/>
          <a:lstStyle/>
          <a:p>
            <a:r>
              <a:rPr lang="en-US" dirty="0"/>
              <a:t>All report or output designs</a:t>
            </a:r>
          </a:p>
        </p:txBody>
      </p:sp>
      <p:sp>
        <p:nvSpPr>
          <p:cNvPr id="5" name="Slide Number Placeholder 4">
            <a:extLst>
              <a:ext uri="{FF2B5EF4-FFF2-40B4-BE49-F238E27FC236}">
                <a16:creationId xmlns:a16="http://schemas.microsoft.com/office/drawing/2014/main" id="{398F2672-0A4A-68AB-5BE6-529773E9566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29</a:t>
            </a:fld>
            <a:endParaRPr lang="en-US" dirty="0"/>
          </a:p>
        </p:txBody>
      </p:sp>
      <p:sp>
        <p:nvSpPr>
          <p:cNvPr id="4" name="TextBox 3">
            <a:extLst>
              <a:ext uri="{FF2B5EF4-FFF2-40B4-BE49-F238E27FC236}">
                <a16:creationId xmlns:a16="http://schemas.microsoft.com/office/drawing/2014/main" id="{7CD31708-5480-A31D-471C-7F0214880A7C}"/>
              </a:ext>
            </a:extLst>
          </p:cNvPr>
          <p:cNvSpPr txBox="1"/>
          <p:nvPr/>
        </p:nvSpPr>
        <p:spPr>
          <a:xfrm>
            <a:off x="533400" y="1153218"/>
            <a:ext cx="6096000" cy="3416320"/>
          </a:xfrm>
          <a:prstGeom prst="rect">
            <a:avLst/>
          </a:prstGeom>
          <a:noFill/>
        </p:spPr>
        <p:txBody>
          <a:bodyPr wrap="square">
            <a:spAutoFit/>
          </a:bodyPr>
          <a:lstStyle/>
          <a:p>
            <a:pPr marL="0" marR="0">
              <a:buNone/>
            </a:pPr>
            <a:r>
              <a:rPr lang="en-US" b="1" kern="100" dirty="0">
                <a:effectLst/>
                <a:latin typeface="Aptos" panose="020B0004020202020204" pitchFamily="34" charset="0"/>
                <a:ea typeface="Aptos" panose="020B0004020202020204" pitchFamily="34" charset="0"/>
                <a:cs typeface="Times New Roman" panose="02020603050405020304" pitchFamily="18" charset="0"/>
              </a:rPr>
              <a:t>Algorithm 3: Patient Registration</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Start.</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Patient logs in successfully after account creation.</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Patient opens Registration Form (DOB, address, allergies, medical history).</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System validates input fields.</a:t>
            </a:r>
          </a:p>
          <a:p>
            <a:pPr marL="742950" marR="0" lvl="1" indent="-285750">
              <a:buSzPts val="1000"/>
              <a:buFont typeface="Courier New" panose="02070309020205020404" pitchFamily="49" charset="0"/>
              <a:buChar char="o"/>
              <a:tabLst>
                <a:tab pos="9144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If invalid → return error and re-enter.</a:t>
            </a:r>
          </a:p>
          <a:p>
            <a:pPr marL="742950" marR="0" lvl="1" indent="-285750">
              <a:buSzPts val="1000"/>
              <a:buFont typeface="Courier New" panose="02070309020205020404" pitchFamily="49" charset="0"/>
              <a:buChar char="o"/>
              <a:tabLst>
                <a:tab pos="9144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Else proceed.</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Save patient data into patients table linked by </a:t>
            </a:r>
            <a:r>
              <a:rPr lang="en-US" kern="100" dirty="0" err="1">
                <a:effectLst/>
                <a:latin typeface="Aptos" panose="020B0004020202020204" pitchFamily="34" charset="0"/>
                <a:ea typeface="Aptos" panose="020B0004020202020204" pitchFamily="34" charset="0"/>
                <a:cs typeface="Times New Roman" panose="02020603050405020304" pitchFamily="18" charset="0"/>
              </a:rPr>
              <a:t>user_id</a:t>
            </a:r>
            <a:r>
              <a:rPr lang="en-US" kern="100" dirty="0">
                <a:effectLst/>
                <a:latin typeface="Aptos" panose="020B0004020202020204" pitchFamily="34" charset="0"/>
                <a:ea typeface="Aptos" panose="020B0004020202020204" pitchFamily="34" charset="0"/>
                <a:cs typeface="Times New Roman" panose="02020603050405020304" pitchFamily="18" charset="0"/>
              </a:rPr>
              <a:t>.</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Display confirmation message: </a:t>
            </a:r>
            <a:r>
              <a:rPr lang="en-US" i="1" kern="100" dirty="0">
                <a:effectLst/>
                <a:latin typeface="Aptos" panose="020B0004020202020204" pitchFamily="34" charset="0"/>
                <a:ea typeface="Aptos" panose="020B0004020202020204" pitchFamily="34" charset="0"/>
                <a:cs typeface="Times New Roman" panose="02020603050405020304" pitchFamily="18" charset="0"/>
              </a:rPr>
              <a:t>“Profile completed successfully.”</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End.</a:t>
            </a:r>
          </a:p>
        </p:txBody>
      </p:sp>
      <p:sp>
        <p:nvSpPr>
          <p:cNvPr id="7" name="TextBox 6">
            <a:extLst>
              <a:ext uri="{FF2B5EF4-FFF2-40B4-BE49-F238E27FC236}">
                <a16:creationId xmlns:a16="http://schemas.microsoft.com/office/drawing/2014/main" id="{41CD3C44-63EA-D027-7093-A73C744D7AD7}"/>
              </a:ext>
            </a:extLst>
          </p:cNvPr>
          <p:cNvSpPr txBox="1"/>
          <p:nvPr/>
        </p:nvSpPr>
        <p:spPr>
          <a:xfrm>
            <a:off x="6226629" y="1014718"/>
            <a:ext cx="6096000" cy="3693319"/>
          </a:xfrm>
          <a:prstGeom prst="rect">
            <a:avLst/>
          </a:prstGeom>
          <a:noFill/>
        </p:spPr>
        <p:txBody>
          <a:bodyPr wrap="square">
            <a:spAutoFit/>
          </a:bodyPr>
          <a:lstStyle/>
          <a:p>
            <a:pPr marL="0" marR="0">
              <a:buNone/>
            </a:pPr>
            <a:r>
              <a:rPr lang="en-US" b="1" kern="100" dirty="0">
                <a:effectLst/>
                <a:latin typeface="Aptos" panose="020B0004020202020204" pitchFamily="34" charset="0"/>
                <a:ea typeface="Aptos" panose="020B0004020202020204" pitchFamily="34" charset="0"/>
                <a:cs typeface="Times New Roman" panose="02020603050405020304" pitchFamily="18" charset="0"/>
              </a:rPr>
              <a:t>Algorithm 4: Book Appointment</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Start.</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Patient logs in and selects Book Appointment option.</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Patient selects doctor, date, time, and enters reason.</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System checks doctor’s availability on selected date/time.</a:t>
            </a:r>
          </a:p>
          <a:p>
            <a:pPr marL="742950" marR="0" lvl="1" indent="-285750">
              <a:buSzPts val="1000"/>
              <a:buFont typeface="Courier New" panose="02070309020205020404" pitchFamily="49" charset="0"/>
              <a:buChar char="o"/>
              <a:tabLst>
                <a:tab pos="9144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If unavailable → show error and ask for another slot.</a:t>
            </a:r>
          </a:p>
          <a:p>
            <a:pPr marL="742950" marR="0" lvl="1" indent="-285750">
              <a:buSzPts val="1000"/>
              <a:buFont typeface="Courier New" panose="02070309020205020404" pitchFamily="49" charset="0"/>
              <a:buChar char="o"/>
              <a:tabLst>
                <a:tab pos="9144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Else proceed.</a:t>
            </a: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Insert appointment record into appointments table with status = </a:t>
            </a:r>
            <a:r>
              <a:rPr lang="en-US" i="1" kern="100" dirty="0">
                <a:effectLst/>
                <a:latin typeface="Aptos" panose="020B0004020202020204" pitchFamily="34" charset="0"/>
                <a:ea typeface="Aptos" panose="020B0004020202020204" pitchFamily="34" charset="0"/>
                <a:cs typeface="Times New Roman" panose="02020603050405020304" pitchFamily="18" charset="0"/>
              </a:rPr>
              <a:t>“Scheduled.”</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Show confirmation message: </a:t>
            </a:r>
            <a:r>
              <a:rPr lang="en-US" i="1" kern="100" dirty="0">
                <a:effectLst/>
                <a:latin typeface="Aptos" panose="020B0004020202020204" pitchFamily="34" charset="0"/>
                <a:ea typeface="Aptos" panose="020B0004020202020204" pitchFamily="34" charset="0"/>
                <a:cs typeface="Times New Roman" panose="02020603050405020304" pitchFamily="18" charset="0"/>
              </a:rPr>
              <a:t>“Appointment successfully scheduled.”</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End.</a:t>
            </a:r>
          </a:p>
        </p:txBody>
      </p:sp>
    </p:spTree>
    <p:extLst>
      <p:ext uri="{BB962C8B-B14F-4D97-AF65-F5344CB8AC3E}">
        <p14:creationId xmlns:p14="http://schemas.microsoft.com/office/powerpoint/2010/main" val="6483375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3FADC-0EBD-757A-61C9-9EF1C6A612D0}"/>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4B5FAB8-5EB7-E5E0-F85D-9A5395050A53}"/>
              </a:ext>
            </a:extLst>
          </p:cNvPr>
          <p:cNvSpPr>
            <a:spLocks noGrp="1"/>
          </p:cNvSpPr>
          <p:nvPr>
            <p:ph type="title"/>
          </p:nvPr>
        </p:nvSpPr>
        <p:spPr>
          <a:xfrm>
            <a:off x="783771" y="326571"/>
            <a:ext cx="10360152" cy="435429"/>
          </a:xfrm>
        </p:spPr>
        <p:txBody>
          <a:bodyPr/>
          <a:lstStyle/>
          <a:p>
            <a:r>
              <a:rPr lang="en-US" dirty="0"/>
              <a:t>All report or output designs</a:t>
            </a:r>
          </a:p>
        </p:txBody>
      </p:sp>
      <p:sp>
        <p:nvSpPr>
          <p:cNvPr id="5" name="Slide Number Placeholder 4">
            <a:extLst>
              <a:ext uri="{FF2B5EF4-FFF2-40B4-BE49-F238E27FC236}">
                <a16:creationId xmlns:a16="http://schemas.microsoft.com/office/drawing/2014/main" id="{49411822-5E01-16F0-45AE-72028E8E069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30</a:t>
            </a:fld>
            <a:endParaRPr lang="en-US" dirty="0"/>
          </a:p>
        </p:txBody>
      </p:sp>
      <p:sp>
        <p:nvSpPr>
          <p:cNvPr id="4" name="TextBox 3">
            <a:extLst>
              <a:ext uri="{FF2B5EF4-FFF2-40B4-BE49-F238E27FC236}">
                <a16:creationId xmlns:a16="http://schemas.microsoft.com/office/drawing/2014/main" id="{7869FD8A-36D8-3E88-47EB-30B86CC6D6F3}"/>
              </a:ext>
            </a:extLst>
          </p:cNvPr>
          <p:cNvSpPr txBox="1"/>
          <p:nvPr/>
        </p:nvSpPr>
        <p:spPr>
          <a:xfrm>
            <a:off x="76200" y="911109"/>
            <a:ext cx="6096000" cy="2031325"/>
          </a:xfrm>
          <a:prstGeom prst="rect">
            <a:avLst/>
          </a:prstGeom>
          <a:noFill/>
        </p:spPr>
        <p:txBody>
          <a:bodyPr wrap="square">
            <a:spAutoFit/>
          </a:bodyPr>
          <a:lstStyle/>
          <a:p>
            <a:pPr marL="0" marR="0">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Algorithm 5: Update Appointment Status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start</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Doctor/Nurse selects an appointment from list.</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Choose action → Complete / Reschedule / Cancel.</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Update record in appointments table.</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Notify patient (UI confirmation).</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end</a:t>
            </a:r>
          </a:p>
        </p:txBody>
      </p:sp>
      <p:sp>
        <p:nvSpPr>
          <p:cNvPr id="7" name="TextBox 6">
            <a:extLst>
              <a:ext uri="{FF2B5EF4-FFF2-40B4-BE49-F238E27FC236}">
                <a16:creationId xmlns:a16="http://schemas.microsoft.com/office/drawing/2014/main" id="{449CD8E5-E645-5383-6C52-0F7E7301A3A8}"/>
              </a:ext>
            </a:extLst>
          </p:cNvPr>
          <p:cNvSpPr txBox="1"/>
          <p:nvPr/>
        </p:nvSpPr>
        <p:spPr>
          <a:xfrm>
            <a:off x="5682343" y="911109"/>
            <a:ext cx="6096000" cy="1754326"/>
          </a:xfrm>
          <a:prstGeom prst="rect">
            <a:avLst/>
          </a:prstGeom>
          <a:noFill/>
        </p:spPr>
        <p:txBody>
          <a:bodyPr wrap="square">
            <a:spAutoFit/>
          </a:bodyPr>
          <a:lstStyle/>
          <a:p>
            <a:pPr marL="0" marR="0">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Algorithm 6: Create Prescription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start</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Doctor opens prescription form.</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Select patient and input diagnosis, medications, dosage.</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Insert record into prescriptions table.</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end</a:t>
            </a:r>
          </a:p>
        </p:txBody>
      </p:sp>
      <p:sp>
        <p:nvSpPr>
          <p:cNvPr id="9" name="TextBox 8">
            <a:extLst>
              <a:ext uri="{FF2B5EF4-FFF2-40B4-BE49-F238E27FC236}">
                <a16:creationId xmlns:a16="http://schemas.microsoft.com/office/drawing/2014/main" id="{38BC1332-B6B3-44F1-214F-A75184CAFB82}"/>
              </a:ext>
            </a:extLst>
          </p:cNvPr>
          <p:cNvSpPr txBox="1"/>
          <p:nvPr/>
        </p:nvSpPr>
        <p:spPr>
          <a:xfrm>
            <a:off x="76200" y="4192566"/>
            <a:ext cx="6096000" cy="1754326"/>
          </a:xfrm>
          <a:prstGeom prst="rect">
            <a:avLst/>
          </a:prstGeom>
          <a:noFill/>
        </p:spPr>
        <p:txBody>
          <a:bodyPr wrap="square">
            <a:spAutoFit/>
          </a:bodyPr>
          <a:lstStyle/>
          <a:p>
            <a:pPr marL="0" marR="0">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Algorithm 7: Record Patient Vitals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start</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Nurse selects patient from assigned list.</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Enter vitals (BP, temperature, heart rate).</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Save entry to vitals table with timestamp.</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end</a:t>
            </a:r>
          </a:p>
        </p:txBody>
      </p:sp>
      <p:sp>
        <p:nvSpPr>
          <p:cNvPr id="12" name="TextBox 11">
            <a:extLst>
              <a:ext uri="{FF2B5EF4-FFF2-40B4-BE49-F238E27FC236}">
                <a16:creationId xmlns:a16="http://schemas.microsoft.com/office/drawing/2014/main" id="{E74EC184-1BB5-374F-7520-74941DB36799}"/>
              </a:ext>
            </a:extLst>
          </p:cNvPr>
          <p:cNvSpPr txBox="1"/>
          <p:nvPr/>
        </p:nvSpPr>
        <p:spPr>
          <a:xfrm>
            <a:off x="5257800" y="4125478"/>
            <a:ext cx="6096000" cy="2031325"/>
          </a:xfrm>
          <a:prstGeom prst="rect">
            <a:avLst/>
          </a:prstGeom>
          <a:noFill/>
        </p:spPr>
        <p:txBody>
          <a:bodyPr wrap="square">
            <a:spAutoFit/>
          </a:bodyPr>
          <a:lstStyle/>
          <a:p>
            <a:pPr marL="0" marR="0">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Algorithm 8: Generate Reports (Admin)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start</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Admin selects report type (doctor, appointment, patient summary).</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Query database using role filters.</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Display and export as CSV or printable format.</a:t>
            </a:r>
          </a:p>
          <a:p>
            <a:pPr marL="342900" marR="0" lvl="0" indent="-342900">
              <a:buFont typeface="+mj-lt"/>
              <a:buAutoNum type="arabicPeriod"/>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end</a:t>
            </a:r>
          </a:p>
        </p:txBody>
      </p:sp>
    </p:spTree>
    <p:extLst>
      <p:ext uri="{BB962C8B-B14F-4D97-AF65-F5344CB8AC3E}">
        <p14:creationId xmlns:p14="http://schemas.microsoft.com/office/powerpoint/2010/main" val="36724273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0CF23-D457-4206-FEFB-50FEC4974CE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B2BC9B27-ADD9-25C7-AA8D-1D90622450A9}"/>
              </a:ext>
            </a:extLst>
          </p:cNvPr>
          <p:cNvSpPr>
            <a:spLocks noGrp="1"/>
          </p:cNvSpPr>
          <p:nvPr>
            <p:ph type="title"/>
          </p:nvPr>
        </p:nvSpPr>
        <p:spPr>
          <a:xfrm>
            <a:off x="914400" y="914400"/>
            <a:ext cx="7534656" cy="914400"/>
          </a:xfrm>
        </p:spPr>
        <p:txBody>
          <a:bodyPr anchor="b">
            <a:normAutofit/>
          </a:bodyPr>
          <a:lstStyle/>
          <a:p>
            <a:r>
              <a:rPr lang="en-US" b="1" dirty="0"/>
              <a:t>Architectural Tech Stack</a:t>
            </a:r>
            <a:endParaRPr lang="en-US" dirty="0"/>
          </a:p>
        </p:txBody>
      </p:sp>
      <p:sp>
        <p:nvSpPr>
          <p:cNvPr id="5" name="Slide Number Placeholder 4">
            <a:extLst>
              <a:ext uri="{FF2B5EF4-FFF2-40B4-BE49-F238E27FC236}">
                <a16:creationId xmlns:a16="http://schemas.microsoft.com/office/drawing/2014/main" id="{8CC358F8-8BE6-1DF7-A3FB-E0F5CF99C7FC}"/>
              </a:ext>
            </a:extLst>
          </p:cNvPr>
          <p:cNvSpPr>
            <a:spLocks noGrp="1"/>
          </p:cNvSpPr>
          <p:nvPr>
            <p:ph type="sldNum" sz="quarter" idx="4"/>
          </p:nvPr>
        </p:nvSpPr>
        <p:spPr>
          <a:xfrm>
            <a:off x="11353800" y="5879804"/>
            <a:ext cx="661416" cy="895899"/>
          </a:xfrm>
        </p:spPr>
        <p:txBody>
          <a:bodyPr anchor="ctr">
            <a:normAutofit/>
          </a:bodyPr>
          <a:lstStyle/>
          <a:p>
            <a:pPr>
              <a:spcAft>
                <a:spcPts val="600"/>
              </a:spcAft>
            </a:pPr>
            <a:fld id="{58FB4751-880F-D840-AAA9-3A15815CC996}" type="slidenum">
              <a:rPr lang="en-US" smtClean="0"/>
              <a:pPr>
                <a:spcAft>
                  <a:spcPts val="600"/>
                </a:spcAft>
              </a:pPr>
              <a:t>31</a:t>
            </a:fld>
            <a:endParaRPr lang="en-US"/>
          </a:p>
        </p:txBody>
      </p:sp>
      <p:graphicFrame>
        <p:nvGraphicFramePr>
          <p:cNvPr id="2" name="Table 1">
            <a:extLst>
              <a:ext uri="{FF2B5EF4-FFF2-40B4-BE49-F238E27FC236}">
                <a16:creationId xmlns:a16="http://schemas.microsoft.com/office/drawing/2014/main" id="{05CB4CB9-1207-DEE6-7866-43B33030C811}"/>
              </a:ext>
            </a:extLst>
          </p:cNvPr>
          <p:cNvGraphicFramePr>
            <a:graphicFrameLocks noGrp="1"/>
          </p:cNvGraphicFramePr>
          <p:nvPr>
            <p:extLst>
              <p:ext uri="{D42A27DB-BD31-4B8C-83A1-F6EECF244321}">
                <p14:modId xmlns:p14="http://schemas.microsoft.com/office/powerpoint/2010/main" val="484826646"/>
              </p:ext>
            </p:extLst>
          </p:nvPr>
        </p:nvGraphicFramePr>
        <p:xfrm>
          <a:off x="914400" y="2259565"/>
          <a:ext cx="7150609" cy="2915673"/>
        </p:xfrm>
        <a:graphic>
          <a:graphicData uri="http://schemas.openxmlformats.org/drawingml/2006/table">
            <a:tbl>
              <a:tblPr firstRow="1" firstCol="1" bandRow="1">
                <a:tableStyleId>{2D5ABB26-0587-4C30-8999-92F81FD0307C}</a:tableStyleId>
              </a:tblPr>
              <a:tblGrid>
                <a:gridCol w="3298481">
                  <a:extLst>
                    <a:ext uri="{9D8B030D-6E8A-4147-A177-3AD203B41FA5}">
                      <a16:colId xmlns:a16="http://schemas.microsoft.com/office/drawing/2014/main" val="3837922765"/>
                    </a:ext>
                  </a:extLst>
                </a:gridCol>
                <a:gridCol w="3852128">
                  <a:extLst>
                    <a:ext uri="{9D8B030D-6E8A-4147-A177-3AD203B41FA5}">
                      <a16:colId xmlns:a16="http://schemas.microsoft.com/office/drawing/2014/main" val="3023742228"/>
                    </a:ext>
                  </a:extLst>
                </a:gridCol>
              </a:tblGrid>
              <a:tr h="801810">
                <a:tc>
                  <a:txBody>
                    <a:bodyPr/>
                    <a:lstStyle/>
                    <a:p>
                      <a:pPr marL="0" marR="0">
                        <a:buNone/>
                      </a:pPr>
                      <a:r>
                        <a:rPr lang="en-US" sz="2400" kern="100">
                          <a:effectLst/>
                        </a:rPr>
                        <a:t>Programming Frontend</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136672" marR="136672" marT="0" marB="0"/>
                </a:tc>
                <a:tc>
                  <a:txBody>
                    <a:bodyPr/>
                    <a:lstStyle/>
                    <a:p>
                      <a:pPr marL="0" marR="0">
                        <a:buNone/>
                      </a:pPr>
                      <a:r>
                        <a:rPr lang="en-US" sz="2400" kern="100">
                          <a:effectLst/>
                        </a:rPr>
                        <a:t>Python TKinter</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136672" marR="136672" marT="0" marB="0"/>
                </a:tc>
                <a:extLst>
                  <a:ext uri="{0D108BD9-81ED-4DB2-BD59-A6C34878D82A}">
                    <a16:rowId xmlns:a16="http://schemas.microsoft.com/office/drawing/2014/main" val="3705091591"/>
                  </a:ext>
                </a:extLst>
              </a:tr>
              <a:tr h="437351">
                <a:tc>
                  <a:txBody>
                    <a:bodyPr/>
                    <a:lstStyle/>
                    <a:p>
                      <a:pPr marL="0" marR="0">
                        <a:buNone/>
                      </a:pPr>
                      <a:r>
                        <a:rPr lang="en-US" sz="2400" kern="100">
                          <a:effectLst/>
                        </a:rPr>
                        <a:t>Programing Backend</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136672" marR="136672" marT="0" marB="0"/>
                </a:tc>
                <a:tc>
                  <a:txBody>
                    <a:bodyPr/>
                    <a:lstStyle/>
                    <a:p>
                      <a:pPr marL="0" marR="0">
                        <a:buNone/>
                      </a:pPr>
                      <a:r>
                        <a:rPr lang="en-US" sz="2400" kern="100">
                          <a:effectLst/>
                        </a:rPr>
                        <a:t>Python</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136672" marR="136672" marT="0" marB="0"/>
                </a:tc>
                <a:extLst>
                  <a:ext uri="{0D108BD9-81ED-4DB2-BD59-A6C34878D82A}">
                    <a16:rowId xmlns:a16="http://schemas.microsoft.com/office/drawing/2014/main" val="3573762993"/>
                  </a:ext>
                </a:extLst>
              </a:tr>
              <a:tr h="437351">
                <a:tc>
                  <a:txBody>
                    <a:bodyPr/>
                    <a:lstStyle/>
                    <a:p>
                      <a:pPr marL="0" marR="0">
                        <a:buNone/>
                      </a:pPr>
                      <a:r>
                        <a:rPr lang="en-US" sz="2400" kern="100">
                          <a:effectLst/>
                        </a:rPr>
                        <a:t>DB        </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136672" marR="136672" marT="0" marB="0"/>
                </a:tc>
                <a:tc>
                  <a:txBody>
                    <a:bodyPr/>
                    <a:lstStyle/>
                    <a:p>
                      <a:pPr marL="0" marR="0">
                        <a:buNone/>
                      </a:pPr>
                      <a:r>
                        <a:rPr lang="en-US" sz="2400" kern="100" dirty="0">
                          <a:effectLst/>
                        </a:rPr>
                        <a:t>MySQL DB</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6672" marR="136672" marT="0" marB="0"/>
                </a:tc>
                <a:extLst>
                  <a:ext uri="{0D108BD9-81ED-4DB2-BD59-A6C34878D82A}">
                    <a16:rowId xmlns:a16="http://schemas.microsoft.com/office/drawing/2014/main" val="4257139916"/>
                  </a:ext>
                </a:extLst>
              </a:tr>
              <a:tr h="437351">
                <a:tc>
                  <a:txBody>
                    <a:bodyPr/>
                    <a:lstStyle/>
                    <a:p>
                      <a:pPr marL="0" marR="0">
                        <a:buNone/>
                      </a:pPr>
                      <a:r>
                        <a:rPr lang="en-US" sz="2400" kern="100">
                          <a:effectLst/>
                        </a:rPr>
                        <a:t>Versioning</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136672" marR="136672" marT="0" marB="0"/>
                </a:tc>
                <a:tc>
                  <a:txBody>
                    <a:bodyPr/>
                    <a:lstStyle/>
                    <a:p>
                      <a:pPr marL="0" marR="0">
                        <a:buNone/>
                      </a:pPr>
                      <a:r>
                        <a:rPr lang="en-US" sz="2400" kern="100">
                          <a:effectLst/>
                        </a:rPr>
                        <a:t>GitHub</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136672" marR="136672" marT="0" marB="0"/>
                </a:tc>
                <a:extLst>
                  <a:ext uri="{0D108BD9-81ED-4DB2-BD59-A6C34878D82A}">
                    <a16:rowId xmlns:a16="http://schemas.microsoft.com/office/drawing/2014/main" val="1213196039"/>
                  </a:ext>
                </a:extLst>
              </a:tr>
              <a:tr h="801810">
                <a:tc>
                  <a:txBody>
                    <a:bodyPr/>
                    <a:lstStyle/>
                    <a:p>
                      <a:pPr marL="0" marR="0">
                        <a:buNone/>
                      </a:pPr>
                      <a:r>
                        <a:rPr lang="en-GB" sz="2400" kern="100">
                          <a:effectLst/>
                        </a:rPr>
                        <a:t>Platform	</a:t>
                      </a:r>
                      <a:endParaRPr lang="en-US" sz="2400" kern="100">
                        <a:effectLst/>
                      </a:endParaRPr>
                    </a:p>
                    <a:p>
                      <a:pPr marL="0" marR="0">
                        <a:buNone/>
                      </a:pPr>
                      <a:r>
                        <a:rPr lang="en-US" sz="2400" kern="100">
                          <a:effectLst/>
                        </a:rPr>
                        <a:t> </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136672" marR="136672" marT="0" marB="0"/>
                </a:tc>
                <a:tc>
                  <a:txBody>
                    <a:bodyPr/>
                    <a:lstStyle/>
                    <a:p>
                      <a:pPr marL="0" marR="0">
                        <a:buNone/>
                      </a:pPr>
                      <a:r>
                        <a:rPr lang="en-GB" sz="2400" kern="100" dirty="0">
                          <a:effectLst/>
                        </a:rPr>
                        <a:t>Local Standalone </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6672" marR="136672" marT="0" marB="0"/>
                </a:tc>
                <a:extLst>
                  <a:ext uri="{0D108BD9-81ED-4DB2-BD59-A6C34878D82A}">
                    <a16:rowId xmlns:a16="http://schemas.microsoft.com/office/drawing/2014/main" val="3640084484"/>
                  </a:ext>
                </a:extLst>
              </a:tr>
            </a:tbl>
          </a:graphicData>
        </a:graphic>
      </p:graphicFrame>
    </p:spTree>
    <p:extLst>
      <p:ext uri="{BB962C8B-B14F-4D97-AF65-F5344CB8AC3E}">
        <p14:creationId xmlns:p14="http://schemas.microsoft.com/office/powerpoint/2010/main" val="21812345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{1A6B9C5C-BBCF-4463-838F-1725B14735C1}TF1ed9553b-00c4-4092-846a-c8f7f2908f3beecd942f_win32-8e33096c3cfc</Template>
  <TotalTime>402</TotalTime>
  <Words>1739</Words>
  <Application>Microsoft Office PowerPoint</Application>
  <PresentationFormat>Widescreen</PresentationFormat>
  <Paragraphs>421</Paragraphs>
  <Slides>32</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Aptos</vt:lpstr>
      <vt:lpstr>Aptos Narrow</vt:lpstr>
      <vt:lpstr>Arial</vt:lpstr>
      <vt:lpstr>Calibri</vt:lpstr>
      <vt:lpstr>Courier New</vt:lpstr>
      <vt:lpstr>Gill Sans Nova Light</vt:lpstr>
      <vt:lpstr>Sagona Book</vt:lpstr>
      <vt:lpstr>Times New Roman</vt:lpstr>
      <vt:lpstr>Custom</vt:lpstr>
      <vt:lpstr>Analysis, Design and Development of a Healthcare Patient Information Management System</vt:lpstr>
      <vt:lpstr>Project Description</vt:lpstr>
      <vt:lpstr>Project Description</vt:lpstr>
      <vt:lpstr>List of stakeholders</vt:lpstr>
      <vt:lpstr>List of the major functions/processes</vt:lpstr>
      <vt:lpstr>Use Case Diagram for all active Stakeholders</vt:lpstr>
      <vt:lpstr>Level-2 Data flow diagram</vt:lpstr>
      <vt:lpstr>CRC Model diagrams</vt:lpstr>
      <vt:lpstr>Dashboard or Landing screens</vt:lpstr>
      <vt:lpstr>Dashboard or Landing screens</vt:lpstr>
      <vt:lpstr>All the User interfaces</vt:lpstr>
      <vt:lpstr>All the User interfaces</vt:lpstr>
      <vt:lpstr>All the User interfaces</vt:lpstr>
      <vt:lpstr>All the file designs</vt:lpstr>
      <vt:lpstr>All the file designs</vt:lpstr>
      <vt:lpstr>All the file designs</vt:lpstr>
      <vt:lpstr>All the file designs</vt:lpstr>
      <vt:lpstr>All the file designs</vt:lpstr>
      <vt:lpstr>All report or output designs</vt:lpstr>
      <vt:lpstr>All report or output designs</vt:lpstr>
      <vt:lpstr>All report or output designs</vt:lpstr>
      <vt:lpstr>All report or output designs</vt:lpstr>
      <vt:lpstr>All report or output designs</vt:lpstr>
      <vt:lpstr>All report or output designs</vt:lpstr>
      <vt:lpstr>All report or output designs</vt:lpstr>
      <vt:lpstr>All report or output designs</vt:lpstr>
      <vt:lpstr>All report or output designs</vt:lpstr>
      <vt:lpstr>Algorithms of major processes that you already developed</vt:lpstr>
      <vt:lpstr>All report or output designs</vt:lpstr>
      <vt:lpstr>All report or output designs</vt:lpstr>
      <vt:lpstr>Architectural Tech Stack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one cloud</dc:creator>
  <cp:lastModifiedBy>one cloud</cp:lastModifiedBy>
  <cp:revision>1</cp:revision>
  <dcterms:created xsi:type="dcterms:W3CDTF">2025-11-18T17:30:47Z</dcterms:created>
  <dcterms:modified xsi:type="dcterms:W3CDTF">2025-11-19T02:53:26Z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